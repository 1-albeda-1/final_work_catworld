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72" r:id="rId3"/>
    <p:sldId id="259" r:id="rId4"/>
    <p:sldId id="261" r:id="rId5"/>
    <p:sldId id="266" r:id="rId6"/>
    <p:sldId id="258" r:id="rId7"/>
    <p:sldId id="281" r:id="rId8"/>
    <p:sldId id="262" r:id="rId9"/>
    <p:sldId id="268" r:id="rId10"/>
    <p:sldId id="275" r:id="rId11"/>
    <p:sldId id="260" r:id="rId12"/>
  </p:sldIdLst>
  <p:sldSz cx="18288000" cy="10287000"/>
  <p:notesSz cx="6858000" cy="9144000"/>
  <p:embeddedFontLst>
    <p:embeddedFont>
      <p:font typeface="Fira Sans Semi-Bold" panose="020B0604020202020204" charset="0"/>
      <p:regular r:id="rId14"/>
    </p:embeddedFont>
    <p:embeddedFont>
      <p:font typeface="HK Grotesk Bold" panose="020B0604020202020204" charset="0"/>
      <p:regular r:id="rId15"/>
    </p:embeddedFont>
    <p:embeddedFont>
      <p:font typeface="HK Grotesk Medium" panose="020B0604020202020204" charset="-52"/>
      <p:regular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Open Sans Bold" panose="020B0806030504020204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62F"/>
    <a:srgbClr val="DB6906"/>
    <a:srgbClr val="E77401"/>
    <a:srgbClr val="EF9401"/>
    <a:srgbClr val="E66E01"/>
    <a:srgbClr val="F09601"/>
    <a:srgbClr val="EF9301"/>
    <a:srgbClr val="E87601"/>
    <a:srgbClr val="FBFFA5"/>
    <a:srgbClr val="FECD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38C33C-345B-40C9-886A-7DE2C2266B1F}" v="460" dt="2024-06-02T18:59:46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120" y="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-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ристина Смирнова" userId="7912996a749d8eda" providerId="LiveId" clId="{3438C33C-345B-40C9-886A-7DE2C2266B1F}"/>
    <pc:docChg chg="undo redo custSel addSld delSld modSld sldOrd">
      <pc:chgData name="Кристина Смирнова" userId="7912996a749d8eda" providerId="LiveId" clId="{3438C33C-345B-40C9-886A-7DE2C2266B1F}" dt="2024-06-16T19:19:42.767" v="4992" actId="20577"/>
      <pc:docMkLst>
        <pc:docMk/>
      </pc:docMkLst>
      <pc:sldChg chg="addSp delSp modSp mod setBg">
        <pc:chgData name="Кристина Смирнова" userId="7912996a749d8eda" providerId="LiveId" clId="{3438C33C-345B-40C9-886A-7DE2C2266B1F}" dt="2024-06-01T13:09:02.688" v="4516" actId="21"/>
        <pc:sldMkLst>
          <pc:docMk/>
          <pc:sldMk cId="0" sldId="256"/>
        </pc:sldMkLst>
        <pc:spChg chg="mod">
          <ac:chgData name="Кристина Смирнова" userId="7912996a749d8eda" providerId="LiveId" clId="{3438C33C-345B-40C9-886A-7DE2C2266B1F}" dt="2024-05-31T17:04:17.835" v="1918" actId="107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Кристина Смирнова" userId="7912996a749d8eda" providerId="LiveId" clId="{3438C33C-345B-40C9-886A-7DE2C2266B1F}" dt="2024-05-31T18:28:44.497" v="2519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Кристина Смирнова" userId="7912996a749d8eda" providerId="LiveId" clId="{3438C33C-345B-40C9-886A-7DE2C2266B1F}" dt="2024-05-31T19:30:04.674" v="2621" actId="1076"/>
          <ac:spMkLst>
            <pc:docMk/>
            <pc:sldMk cId="0" sldId="256"/>
            <ac:spMk id="5" creationId="{CCDB29E8-FB99-5476-725E-FF2BB20816B2}"/>
          </ac:spMkLst>
        </pc:spChg>
        <pc:spChg chg="del mod">
          <ac:chgData name="Кристина Смирнова" userId="7912996a749d8eda" providerId="LiveId" clId="{3438C33C-345B-40C9-886A-7DE2C2266B1F}" dt="2024-05-31T14:37:52.854" v="172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3:06:59.753" v="446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01T13:09:02.688" v="4516" actId="21"/>
          <ac:spMkLst>
            <pc:docMk/>
            <pc:sldMk cId="0" sldId="256"/>
            <ac:spMk id="9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5:12:22.521" v="777" actId="403"/>
          <ac:spMkLst>
            <pc:docMk/>
            <pc:sldMk cId="0" sldId="256"/>
            <ac:spMk id="11" creationId="{00000000-0000-0000-0000-000000000000}"/>
          </ac:spMkLst>
        </pc:spChg>
        <pc:spChg chg="add mod">
          <ac:chgData name="Кристина Смирнова" userId="7912996a749d8eda" providerId="LiveId" clId="{3438C33C-345B-40C9-886A-7DE2C2266B1F}" dt="2024-05-31T14:36:21.153" v="156" actId="571"/>
          <ac:spMkLst>
            <pc:docMk/>
            <pc:sldMk cId="0" sldId="256"/>
            <ac:spMk id="15" creationId="{326DF314-1208-B671-BFAB-4D97593DAFA4}"/>
          </ac:spMkLst>
        </pc:spChg>
        <pc:spChg chg="mod modVis">
          <ac:chgData name="Кристина Смирнова" userId="7912996a749d8eda" providerId="LiveId" clId="{3438C33C-345B-40C9-886A-7DE2C2266B1F}" dt="2024-05-31T14:41:49.307" v="203" actId="164"/>
          <ac:spMkLst>
            <pc:docMk/>
            <pc:sldMk cId="0" sldId="256"/>
            <ac:spMk id="19" creationId="{85DFE0E0-9D24-7CD8-B98B-7BFC2B24438A}"/>
          </ac:spMkLst>
        </pc:spChg>
        <pc:spChg chg="add mod topLvl">
          <ac:chgData name="Кристина Смирнова" userId="7912996a749d8eda" providerId="LiveId" clId="{3438C33C-345B-40C9-886A-7DE2C2266B1F}" dt="2024-05-31T14:51:30.028" v="503" actId="1076"/>
          <ac:spMkLst>
            <pc:docMk/>
            <pc:sldMk cId="0" sldId="256"/>
            <ac:spMk id="21" creationId="{3280AFA0-69F1-7E9F-D615-51FCF457EA07}"/>
          </ac:spMkLst>
        </pc:spChg>
        <pc:spChg chg="add mod topLvl">
          <ac:chgData name="Кристина Смирнова" userId="7912996a749d8eda" providerId="LiveId" clId="{3438C33C-345B-40C9-886A-7DE2C2266B1F}" dt="2024-05-31T14:51:38.673" v="504" actId="1076"/>
          <ac:spMkLst>
            <pc:docMk/>
            <pc:sldMk cId="0" sldId="256"/>
            <ac:spMk id="22" creationId="{F9BD91CA-8B03-C10B-5A4A-90C8E6D6BAE7}"/>
          </ac:spMkLst>
        </pc:spChg>
        <pc:spChg chg="add mod topLvl">
          <ac:chgData name="Кристина Смирнова" userId="7912996a749d8eda" providerId="LiveId" clId="{3438C33C-345B-40C9-886A-7DE2C2266B1F}" dt="2024-05-31T14:52:43.902" v="508" actId="1076"/>
          <ac:spMkLst>
            <pc:docMk/>
            <pc:sldMk cId="0" sldId="256"/>
            <ac:spMk id="23" creationId="{EBC0B1AC-AEE1-3D65-F4B8-D025E2C14A5E}"/>
          </ac:spMkLst>
        </pc:spChg>
        <pc:spChg chg="add mod topLvl">
          <ac:chgData name="Кристина Смирнова" userId="7912996a749d8eda" providerId="LiveId" clId="{3438C33C-345B-40C9-886A-7DE2C2266B1F}" dt="2024-05-31T14:53:01.688" v="512" actId="1076"/>
          <ac:spMkLst>
            <pc:docMk/>
            <pc:sldMk cId="0" sldId="256"/>
            <ac:spMk id="24" creationId="{EC92CE6D-FA0E-BFEB-DDA4-6BAA48A299B0}"/>
          </ac:spMkLst>
        </pc:spChg>
        <pc:spChg chg="mod">
          <ac:chgData name="Кристина Смирнова" userId="7912996a749d8eda" providerId="LiveId" clId="{3438C33C-345B-40C9-886A-7DE2C2266B1F}" dt="2024-05-31T15:01:00.010" v="610" actId="207"/>
          <ac:spMkLst>
            <pc:docMk/>
            <pc:sldMk cId="0" sldId="256"/>
            <ac:spMk id="31" creationId="{E772E14F-C749-C860-F071-5725306EC631}"/>
          </ac:spMkLst>
        </pc:spChg>
        <pc:spChg chg="mod">
          <ac:chgData name="Кристина Смирнова" userId="7912996a749d8eda" providerId="LiveId" clId="{3438C33C-345B-40C9-886A-7DE2C2266B1F}" dt="2024-05-31T15:01:00.010" v="610" actId="207"/>
          <ac:spMkLst>
            <pc:docMk/>
            <pc:sldMk cId="0" sldId="256"/>
            <ac:spMk id="32" creationId="{F641C210-E42B-081B-D3F9-BA831BBE9D88}"/>
          </ac:spMkLst>
        </pc:spChg>
        <pc:spChg chg="mod">
          <ac:chgData name="Кристина Смирнова" userId="7912996a749d8eda" providerId="LiveId" clId="{3438C33C-345B-40C9-886A-7DE2C2266B1F}" dt="2024-05-31T15:01:00.010" v="610" actId="207"/>
          <ac:spMkLst>
            <pc:docMk/>
            <pc:sldMk cId="0" sldId="256"/>
            <ac:spMk id="33" creationId="{95CA0AEA-D9F6-BBA6-0F5A-5007AF3ABA03}"/>
          </ac:spMkLst>
        </pc:spChg>
        <pc:spChg chg="mod">
          <ac:chgData name="Кристина Смирнова" userId="7912996a749d8eda" providerId="LiveId" clId="{3438C33C-345B-40C9-886A-7DE2C2266B1F}" dt="2024-05-31T15:01:00.010" v="610" actId="207"/>
          <ac:spMkLst>
            <pc:docMk/>
            <pc:sldMk cId="0" sldId="256"/>
            <ac:spMk id="34" creationId="{74561B8B-25BB-DBA4-2239-A1AFEC30E243}"/>
          </ac:spMkLst>
        </pc:spChg>
        <pc:spChg chg="mod">
          <ac:chgData name="Кристина Смирнова" userId="7912996a749d8eda" providerId="LiveId" clId="{3438C33C-345B-40C9-886A-7DE2C2266B1F}" dt="2024-05-31T15:34:32.556" v="885" actId="207"/>
          <ac:spMkLst>
            <pc:docMk/>
            <pc:sldMk cId="0" sldId="256"/>
            <ac:spMk id="40" creationId="{46711B1A-F04E-B61F-69AD-E8E4C032588B}"/>
          </ac:spMkLst>
        </pc:spChg>
        <pc:grpChg chg="del mod">
          <ac:chgData name="Кристина Смирнова" userId="7912996a749d8eda" providerId="LiveId" clId="{3438C33C-345B-40C9-886A-7DE2C2266B1F}" dt="2024-05-31T14:44:37.988" v="245" actId="478"/>
          <ac:grpSpMkLst>
            <pc:docMk/>
            <pc:sldMk cId="0" sldId="256"/>
            <ac:grpSpMk id="4" creationId="{00000000-0000-0000-0000-000000000000}"/>
          </ac:grpSpMkLst>
        </pc:grpChg>
        <pc:grpChg chg="mod">
          <ac:chgData name="Кристина Смирнова" userId="7912996a749d8eda" providerId="LiveId" clId="{3438C33C-345B-40C9-886A-7DE2C2266B1F}" dt="2024-05-31T15:16:37.306" v="801" actId="14100"/>
          <ac:grpSpMkLst>
            <pc:docMk/>
            <pc:sldMk cId="0" sldId="256"/>
            <ac:grpSpMk id="7" creationId="{00000000-0000-0000-0000-000000000000}"/>
          </ac:grpSpMkLst>
        </pc:grpChg>
        <pc:grpChg chg="add del mod">
          <ac:chgData name="Кристина Смирнова" userId="7912996a749d8eda" providerId="LiveId" clId="{3438C33C-345B-40C9-886A-7DE2C2266B1F}" dt="2024-05-31T14:41:52.031" v="206" actId="478"/>
          <ac:grpSpMkLst>
            <pc:docMk/>
            <pc:sldMk cId="0" sldId="256"/>
            <ac:grpSpMk id="18" creationId="{E4A61934-46AC-82B7-8567-1BE147C86B51}"/>
          </ac:grpSpMkLst>
        </pc:grpChg>
        <pc:grpChg chg="add mod">
          <ac:chgData name="Кристина Смирнова" userId="7912996a749d8eda" providerId="LiveId" clId="{3438C33C-345B-40C9-886A-7DE2C2266B1F}" dt="2024-05-31T14:41:49.307" v="203" actId="164"/>
          <ac:grpSpMkLst>
            <pc:docMk/>
            <pc:sldMk cId="0" sldId="256"/>
            <ac:grpSpMk id="20" creationId="{DBFA3A31-94E6-C359-B07A-A95D89A0DD50}"/>
          </ac:grpSpMkLst>
        </pc:grpChg>
        <pc:grpChg chg="add del mod topLvl">
          <ac:chgData name="Кристина Смирнова" userId="7912996a749d8eda" providerId="LiveId" clId="{3438C33C-345B-40C9-886A-7DE2C2266B1F}" dt="2024-05-31T14:54:38.246" v="518" actId="478"/>
          <ac:grpSpMkLst>
            <pc:docMk/>
            <pc:sldMk cId="0" sldId="256"/>
            <ac:grpSpMk id="25" creationId="{4AD49494-895A-3B0A-DF49-24887E0D3867}"/>
          </ac:grpSpMkLst>
        </pc:grpChg>
        <pc:grpChg chg="add del mod">
          <ac:chgData name="Кристина Смирнова" userId="7912996a749d8eda" providerId="LiveId" clId="{3438C33C-345B-40C9-886A-7DE2C2266B1F}" dt="2024-05-31T14:43:48.934" v="233" actId="165"/>
          <ac:grpSpMkLst>
            <pc:docMk/>
            <pc:sldMk cId="0" sldId="256"/>
            <ac:grpSpMk id="26" creationId="{E3C22324-BBF3-9B9B-2055-831025B4E9FB}"/>
          </ac:grpSpMkLst>
        </pc:grpChg>
        <pc:grpChg chg="add del mod">
          <ac:chgData name="Кристина Смирнова" userId="7912996a749d8eda" providerId="LiveId" clId="{3438C33C-345B-40C9-886A-7DE2C2266B1F}" dt="2024-05-31T15:12:31.902" v="778" actId="478"/>
          <ac:grpSpMkLst>
            <pc:docMk/>
            <pc:sldMk cId="0" sldId="256"/>
            <ac:grpSpMk id="27" creationId="{3C09F657-9EF7-50FC-1B73-4D021D506A06}"/>
          </ac:grpSpMkLst>
        </pc:grpChg>
        <pc:grpChg chg="add del mod">
          <ac:chgData name="Кристина Смирнова" userId="7912996a749d8eda" providerId="LiveId" clId="{3438C33C-345B-40C9-886A-7DE2C2266B1F}" dt="2024-05-31T15:33:15.199" v="880" actId="478"/>
          <ac:grpSpMkLst>
            <pc:docMk/>
            <pc:sldMk cId="0" sldId="256"/>
            <ac:grpSpMk id="30" creationId="{F6631231-81E6-1080-EBEF-09E1E3A2C440}"/>
          </ac:grpSpMkLst>
        </pc:grpChg>
        <pc:grpChg chg="add del mod">
          <ac:chgData name="Кристина Смирнова" userId="7912996a749d8eda" providerId="LiveId" clId="{3438C33C-345B-40C9-886A-7DE2C2266B1F}" dt="2024-05-31T15:05:17.822" v="685" actId="478"/>
          <ac:grpSpMkLst>
            <pc:docMk/>
            <pc:sldMk cId="0" sldId="256"/>
            <ac:grpSpMk id="36" creationId="{81610368-1AD1-023F-AE74-DE59D7B0D6B2}"/>
          </ac:grpSpMkLst>
        </pc:grpChg>
        <pc:grpChg chg="add mod">
          <ac:chgData name="Кристина Смирнова" userId="7912996a749d8eda" providerId="LiveId" clId="{3438C33C-345B-40C9-886A-7DE2C2266B1F}" dt="2024-05-31T18:28:32.094" v="2515" actId="1076"/>
          <ac:grpSpMkLst>
            <pc:docMk/>
            <pc:sldMk cId="0" sldId="256"/>
            <ac:grpSpMk id="39" creationId="{7125C227-6EB6-824A-7F1D-F96C0F61AD75}"/>
          </ac:grpSpMkLst>
        </pc:grpChg>
        <pc:picChg chg="mod">
          <ac:chgData name="Кристина Смирнова" userId="7912996a749d8eda" providerId="LiveId" clId="{3438C33C-345B-40C9-886A-7DE2C2266B1F}" dt="2024-05-31T14:52:12.270" v="505" actId="164"/>
          <ac:picMkLst>
            <pc:docMk/>
            <pc:sldMk cId="0" sldId="256"/>
            <ac:picMk id="14" creationId="{5B11EEC6-0528-9161-5335-F01BD8F510CF}"/>
          </ac:picMkLst>
        </pc:picChg>
        <pc:picChg chg="add del mod ord topLvl modCrop">
          <ac:chgData name="Кристина Смирнова" userId="7912996a749d8eda" providerId="LiveId" clId="{3438C33C-345B-40C9-886A-7DE2C2266B1F}" dt="2024-05-31T14:49:13.932" v="488" actId="478"/>
          <ac:picMkLst>
            <pc:docMk/>
            <pc:sldMk cId="0" sldId="256"/>
            <ac:picMk id="17" creationId="{177F00D1-558C-4EBE-7038-47CAE49B088A}"/>
          </ac:picMkLst>
        </pc:picChg>
        <pc:picChg chg="add mod ord">
          <ac:chgData name="Кристина Смирнова" userId="7912996a749d8eda" providerId="LiveId" clId="{3438C33C-345B-40C9-886A-7DE2C2266B1F}" dt="2024-05-31T15:04:38.938" v="676" actId="164"/>
          <ac:picMkLst>
            <pc:docMk/>
            <pc:sldMk cId="0" sldId="256"/>
            <ac:picMk id="29" creationId="{9A42366E-3576-7DA8-6433-64800E510D28}"/>
          </ac:picMkLst>
        </pc:picChg>
        <pc:picChg chg="add mod">
          <ac:chgData name="Кристина Смирнова" userId="7912996a749d8eda" providerId="LiveId" clId="{3438C33C-345B-40C9-886A-7DE2C2266B1F}" dt="2024-05-31T15:04:38.938" v="676" actId="164"/>
          <ac:picMkLst>
            <pc:docMk/>
            <pc:sldMk cId="0" sldId="256"/>
            <ac:picMk id="35" creationId="{66B9D571-77CF-B1F2-B2B9-17E309698986}"/>
          </ac:picMkLst>
        </pc:picChg>
        <pc:picChg chg="add del mod ord">
          <ac:chgData name="Кристина Смирнова" userId="7912996a749d8eda" providerId="LiveId" clId="{3438C33C-345B-40C9-886A-7DE2C2266B1F}" dt="2024-06-01T09:27:35.857" v="4508" actId="478"/>
          <ac:picMkLst>
            <pc:docMk/>
            <pc:sldMk cId="0" sldId="256"/>
            <ac:picMk id="38" creationId="{CB7F4350-2233-86EB-984C-B47BE969A46A}"/>
          </ac:picMkLst>
        </pc:picChg>
      </pc:sldChg>
      <pc:sldChg chg="del">
        <pc:chgData name="Кристина Смирнова" userId="7912996a749d8eda" providerId="LiveId" clId="{3438C33C-345B-40C9-886A-7DE2C2266B1F}" dt="2024-05-31T14:53:35.027" v="513" actId="47"/>
        <pc:sldMkLst>
          <pc:docMk/>
          <pc:sldMk cId="0" sldId="257"/>
        </pc:sldMkLst>
      </pc:sldChg>
      <pc:sldChg chg="addSp delSp modSp mod ord">
        <pc:chgData name="Кристина Смирнова" userId="7912996a749d8eda" providerId="LiveId" clId="{3438C33C-345B-40C9-886A-7DE2C2266B1F}" dt="2024-06-16T19:17:59.568" v="4984" actId="113"/>
        <pc:sldMkLst>
          <pc:docMk/>
          <pc:sldMk cId="0" sldId="258"/>
        </pc:sldMkLst>
        <pc:spChg chg="mod">
          <ac:chgData name="Кристина Смирнова" userId="7912996a749d8eda" providerId="LiveId" clId="{3438C33C-345B-40C9-886A-7DE2C2266B1F}" dt="2024-06-02T19:31:06.255" v="4959" actId="20577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Кристина Смирнова" userId="7912996a749d8eda" providerId="LiveId" clId="{3438C33C-345B-40C9-886A-7DE2C2266B1F}" dt="2024-05-31T15:55:07.328" v="1242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16T19:17:59.568" v="4984" actId="113"/>
          <ac:spMkLst>
            <pc:docMk/>
            <pc:sldMk cId="0" sldId="258"/>
            <ac:spMk id="7" creationId="{00000000-0000-0000-0000-000000000000}"/>
          </ac:spMkLst>
        </pc:spChg>
        <pc:grpChg chg="del mod">
          <ac:chgData name="Кристина Смирнова" userId="7912996a749d8eda" providerId="LiveId" clId="{3438C33C-345B-40C9-886A-7DE2C2266B1F}" dt="2024-05-31T15:55:43.554" v="1247" actId="478"/>
          <ac:grpSpMkLst>
            <pc:docMk/>
            <pc:sldMk cId="0" sldId="258"/>
            <ac:grpSpMk id="3" creationId="{00000000-0000-0000-0000-000000000000}"/>
          </ac:grpSpMkLst>
        </pc:grpChg>
        <pc:picChg chg="mod">
          <ac:chgData name="Кристина Смирнова" userId="7912996a749d8eda" providerId="LiveId" clId="{3438C33C-345B-40C9-886A-7DE2C2266B1F}" dt="2024-05-31T15:55:42.169" v="1246" actId="207"/>
          <ac:picMkLst>
            <pc:docMk/>
            <pc:sldMk cId="0" sldId="258"/>
            <ac:picMk id="4" creationId="{00000000-0000-0000-0000-000000000000}"/>
          </ac:picMkLst>
        </pc:picChg>
        <pc:picChg chg="add del mod">
          <ac:chgData name="Кристина Смирнова" userId="7912996a749d8eda" providerId="LiveId" clId="{3438C33C-345B-40C9-886A-7DE2C2266B1F}" dt="2024-05-31T15:58:29.539" v="1252" actId="478"/>
          <ac:picMkLst>
            <pc:docMk/>
            <pc:sldMk cId="0" sldId="258"/>
            <ac:picMk id="9" creationId="{0A2D491E-2B43-EBF6-2048-42B3EA0EE275}"/>
          </ac:picMkLst>
        </pc:picChg>
        <pc:picChg chg="add mod">
          <ac:chgData name="Кристина Смирнова" userId="7912996a749d8eda" providerId="LiveId" clId="{3438C33C-345B-40C9-886A-7DE2C2266B1F}" dt="2024-05-31T15:58:42.149" v="1254" actId="1076"/>
          <ac:picMkLst>
            <pc:docMk/>
            <pc:sldMk cId="0" sldId="258"/>
            <ac:picMk id="11" creationId="{0253B7E6-C026-F31D-1FB3-3E98BFF010A8}"/>
          </ac:picMkLst>
        </pc:picChg>
      </pc:sldChg>
      <pc:sldChg chg="delSp modSp mod ord">
        <pc:chgData name="Кристина Смирнова" userId="7912996a749d8eda" providerId="LiveId" clId="{3438C33C-345B-40C9-886A-7DE2C2266B1F}" dt="2024-06-16T19:17:44.398" v="4981" actId="113"/>
        <pc:sldMkLst>
          <pc:docMk/>
          <pc:sldMk cId="0" sldId="259"/>
        </pc:sldMkLst>
        <pc:spChg chg="mod">
          <ac:chgData name="Кристина Смирнова" userId="7912996a749d8eda" providerId="LiveId" clId="{3438C33C-345B-40C9-886A-7DE2C2266B1F}" dt="2024-05-31T15:31:43.395" v="876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5:33:59.115" v="884" actId="207"/>
          <ac:spMkLst>
            <pc:docMk/>
            <pc:sldMk cId="0" sldId="259"/>
            <ac:spMk id="5" creationId="{00000000-0000-0000-0000-000000000000}"/>
          </ac:spMkLst>
        </pc:spChg>
        <pc:spChg chg="mod topLvl">
          <ac:chgData name="Кристина Смирнова" userId="7912996a749d8eda" providerId="LiveId" clId="{3438C33C-345B-40C9-886A-7DE2C2266B1F}" dt="2024-06-16T19:17:44.398" v="4981" actId="113"/>
          <ac:spMkLst>
            <pc:docMk/>
            <pc:sldMk cId="0" sldId="259"/>
            <ac:spMk id="7" creationId="{00000000-0000-0000-0000-000000000000}"/>
          </ac:spMkLst>
        </pc:spChg>
        <pc:spChg chg="mod topLvl">
          <ac:chgData name="Кристина Смирнова" userId="7912996a749d8eda" providerId="LiveId" clId="{3438C33C-345B-40C9-886A-7DE2C2266B1F}" dt="2024-05-31T15:28:25.354" v="870" actId="1076"/>
          <ac:spMkLst>
            <pc:docMk/>
            <pc:sldMk cId="0" sldId="259"/>
            <ac:spMk id="8" creationId="{00000000-0000-0000-0000-000000000000}"/>
          </ac:spMkLst>
        </pc:spChg>
        <pc:spChg chg="del mod topLvl">
          <ac:chgData name="Кристина Смирнова" userId="7912996a749d8eda" providerId="LiveId" clId="{3438C33C-345B-40C9-886A-7DE2C2266B1F}" dt="2024-05-31T15:26:37.471" v="847" actId="478"/>
          <ac:spMkLst>
            <pc:docMk/>
            <pc:sldMk cId="0" sldId="259"/>
            <ac:spMk id="9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02T19:30:50.798" v="4953" actId="20577"/>
          <ac:spMkLst>
            <pc:docMk/>
            <pc:sldMk cId="0" sldId="259"/>
            <ac:spMk id="10" creationId="{00000000-0000-0000-0000-000000000000}"/>
          </ac:spMkLst>
        </pc:spChg>
        <pc:grpChg chg="mod">
          <ac:chgData name="Кристина Смирнова" userId="7912996a749d8eda" providerId="LiveId" clId="{3438C33C-345B-40C9-886A-7DE2C2266B1F}" dt="2024-05-31T15:33:59.115" v="884" actId="207"/>
          <ac:grpSpMkLst>
            <pc:docMk/>
            <pc:sldMk cId="0" sldId="259"/>
            <ac:grpSpMk id="4" creationId="{00000000-0000-0000-0000-000000000000}"/>
          </ac:grpSpMkLst>
        </pc:grpChg>
        <pc:grpChg chg="del mod">
          <ac:chgData name="Кристина Смирнова" userId="7912996a749d8eda" providerId="LiveId" clId="{3438C33C-345B-40C9-886A-7DE2C2266B1F}" dt="2024-05-31T15:26:34.987" v="846" actId="165"/>
          <ac:grpSpMkLst>
            <pc:docMk/>
            <pc:sldMk cId="0" sldId="259"/>
            <ac:grpSpMk id="6" creationId="{00000000-0000-0000-0000-000000000000}"/>
          </ac:grpSpMkLst>
        </pc:grpChg>
      </pc:sldChg>
      <pc:sldChg chg="addSp delSp modSp add del mod setBg">
        <pc:chgData name="Кристина Смирнова" userId="7912996a749d8eda" providerId="LiveId" clId="{3438C33C-345B-40C9-886A-7DE2C2266B1F}" dt="2024-06-16T19:18:23.890" v="4988" actId="113"/>
        <pc:sldMkLst>
          <pc:docMk/>
          <pc:sldMk cId="0" sldId="260"/>
        </pc:sldMkLst>
        <pc:spChg chg="mod">
          <ac:chgData name="Кристина Смирнова" userId="7912996a749d8eda" providerId="LiveId" clId="{3438C33C-345B-40C9-886A-7DE2C2266B1F}" dt="2024-05-31T22:34:26.442" v="4276" actId="207"/>
          <ac:spMkLst>
            <pc:docMk/>
            <pc:sldMk cId="0" sldId="260"/>
            <ac:spMk id="4" creationId="{00000000-0000-0000-0000-000000000000}"/>
          </ac:spMkLst>
        </pc:spChg>
        <pc:spChg chg="del topLvl">
          <ac:chgData name="Кристина Смирнова" userId="7912996a749d8eda" providerId="LiveId" clId="{3438C33C-345B-40C9-886A-7DE2C2266B1F}" dt="2024-05-31T22:10:13.418" v="3835" actId="478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Кристина Смирнова" userId="7912996a749d8eda" providerId="LiveId" clId="{3438C33C-345B-40C9-886A-7DE2C2266B1F}" dt="2024-05-31T22:10:10.647" v="3834" actId="478"/>
          <ac:spMkLst>
            <pc:docMk/>
            <pc:sldMk cId="0" sldId="260"/>
            <ac:spMk id="8" creationId="{00000000-0000-0000-0000-000000000000}"/>
          </ac:spMkLst>
        </pc:spChg>
        <pc:spChg chg="mod topLvl">
          <ac:chgData name="Кристина Смирнова" userId="7912996a749d8eda" providerId="LiveId" clId="{3438C33C-345B-40C9-886A-7DE2C2266B1F}" dt="2024-06-16T19:18:23.890" v="4988" actId="113"/>
          <ac:spMkLst>
            <pc:docMk/>
            <pc:sldMk cId="0" sldId="260"/>
            <ac:spMk id="9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2:11:25.866" v="3879" actId="2711"/>
          <ac:spMkLst>
            <pc:docMk/>
            <pc:sldMk cId="0" sldId="260"/>
            <ac:spMk id="10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22:11:32.728" v="3880" actId="47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4:54:33.456" v="516"/>
          <ac:spMkLst>
            <pc:docMk/>
            <pc:sldMk cId="0" sldId="260"/>
            <ac:spMk id="13" creationId="{847287B3-A798-CB8B-5128-51FE091D5012}"/>
          </ac:spMkLst>
        </pc:spChg>
        <pc:spChg chg="mod">
          <ac:chgData name="Кристина Смирнова" userId="7912996a749d8eda" providerId="LiveId" clId="{3438C33C-345B-40C9-886A-7DE2C2266B1F}" dt="2024-05-31T14:54:33.456" v="516"/>
          <ac:spMkLst>
            <pc:docMk/>
            <pc:sldMk cId="0" sldId="260"/>
            <ac:spMk id="14" creationId="{7482D85A-FCC2-1585-9EBF-E49C439DA86B}"/>
          </ac:spMkLst>
        </pc:spChg>
        <pc:spChg chg="mod">
          <ac:chgData name="Кристина Смирнова" userId="7912996a749d8eda" providerId="LiveId" clId="{3438C33C-345B-40C9-886A-7DE2C2266B1F}" dt="2024-05-31T14:54:33.456" v="516"/>
          <ac:spMkLst>
            <pc:docMk/>
            <pc:sldMk cId="0" sldId="260"/>
            <ac:spMk id="15" creationId="{56466420-CC1C-2528-1F38-66987C5B5472}"/>
          </ac:spMkLst>
        </pc:spChg>
        <pc:spChg chg="mod">
          <ac:chgData name="Кристина Смирнова" userId="7912996a749d8eda" providerId="LiveId" clId="{3438C33C-345B-40C9-886A-7DE2C2266B1F}" dt="2024-05-31T14:54:33.456" v="516"/>
          <ac:spMkLst>
            <pc:docMk/>
            <pc:sldMk cId="0" sldId="260"/>
            <ac:spMk id="16" creationId="{AAFB15CA-896B-C28B-4A16-A799A9DDB6D0}"/>
          </ac:spMkLst>
        </pc:spChg>
        <pc:grpChg chg="mod">
          <ac:chgData name="Кристина Смирнова" userId="7912996a749d8eda" providerId="LiveId" clId="{3438C33C-345B-40C9-886A-7DE2C2266B1F}" dt="2024-05-31T22:34:33.267" v="4287"/>
          <ac:grpSpMkLst>
            <pc:docMk/>
            <pc:sldMk cId="0" sldId="260"/>
            <ac:grpSpMk id="3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5-31T22:10:13.418" v="3835" actId="478"/>
          <ac:grpSpMkLst>
            <pc:docMk/>
            <pc:sldMk cId="0" sldId="260"/>
            <ac:grpSpMk id="6" creationId="{00000000-0000-0000-0000-000000000000}"/>
          </ac:grpSpMkLst>
        </pc:grpChg>
        <pc:grpChg chg="add del mod">
          <ac:chgData name="Кристина Смирнова" userId="7912996a749d8eda" providerId="LiveId" clId="{3438C33C-345B-40C9-886A-7DE2C2266B1F}" dt="2024-05-31T15:05:58.994" v="706" actId="478"/>
          <ac:grpSpMkLst>
            <pc:docMk/>
            <pc:sldMk cId="0" sldId="260"/>
            <ac:grpSpMk id="12" creationId="{C0C61358-FB6D-965B-628E-325B20D48750}"/>
          </ac:grpSpMkLst>
        </pc:grpChg>
        <pc:picChg chg="add del">
          <ac:chgData name="Кристина Смирнова" userId="7912996a749d8eda" providerId="LiveId" clId="{3438C33C-345B-40C9-886A-7DE2C2266B1F}" dt="2024-05-31T22:21:20.483" v="3887" actId="478"/>
          <ac:picMkLst>
            <pc:docMk/>
            <pc:sldMk cId="0" sldId="260"/>
            <ac:picMk id="12" creationId="{B3067BBD-D6A9-37FF-9066-B78001774F24}"/>
          </ac:picMkLst>
        </pc:picChg>
      </pc:sldChg>
      <pc:sldChg chg="addSp delSp modSp mod ord setBg">
        <pc:chgData name="Кристина Смирнова" userId="7912996a749d8eda" providerId="LiveId" clId="{3438C33C-345B-40C9-886A-7DE2C2266B1F}" dt="2024-06-16T19:17:49.612" v="4982" actId="113"/>
        <pc:sldMkLst>
          <pc:docMk/>
          <pc:sldMk cId="0" sldId="261"/>
        </pc:sldMkLst>
        <pc:spChg chg="del">
          <ac:chgData name="Кристина Смирнова" userId="7912996a749d8eda" providerId="LiveId" clId="{3438C33C-345B-40C9-886A-7DE2C2266B1F}" dt="2024-05-31T15:42:26.198" v="1021" actId="21"/>
          <ac:spMkLst>
            <pc:docMk/>
            <pc:sldMk cId="0" sldId="261"/>
            <ac:spMk id="2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7:00:38.619" v="1900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7:01:37.473" v="1904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5:40:30.656" v="1004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5:53:24.021" v="1220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5:39:28.003" v="990" actId="122"/>
          <ac:spMkLst>
            <pc:docMk/>
            <pc:sldMk cId="0" sldId="261"/>
            <ac:spMk id="10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5:48:21.492" v="1094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5:39:35.136" v="992" actId="122"/>
          <ac:spMkLst>
            <pc:docMk/>
            <pc:sldMk cId="0" sldId="261"/>
            <ac:spMk id="13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3:29:28.468" v="4504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7:02:27.468" v="1908"/>
          <ac:spMkLst>
            <pc:docMk/>
            <pc:sldMk cId="0" sldId="261"/>
            <ac:spMk id="16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16T19:17:49.612" v="4982" actId="113"/>
          <ac:spMkLst>
            <pc:docMk/>
            <pc:sldMk cId="0" sldId="261"/>
            <ac:spMk id="17" creationId="{00000000-0000-0000-0000-000000000000}"/>
          </ac:spMkLst>
        </pc:spChg>
        <pc:spChg chg="add mod">
          <ac:chgData name="Кристина Смирнова" userId="7912996a749d8eda" providerId="LiveId" clId="{3438C33C-345B-40C9-886A-7DE2C2266B1F}" dt="2024-05-31T23:30:53.303" v="4506" actId="1076"/>
          <ac:spMkLst>
            <pc:docMk/>
            <pc:sldMk cId="0" sldId="261"/>
            <ac:spMk id="18" creationId="{BA688C60-F032-2E99-2978-C921B173AE2A}"/>
          </ac:spMkLst>
        </pc:spChg>
        <pc:spChg chg="add del">
          <ac:chgData name="Кристина Смирнова" userId="7912996a749d8eda" providerId="LiveId" clId="{3438C33C-345B-40C9-886A-7DE2C2266B1F}" dt="2024-05-31T15:59:27.653" v="1259" actId="22"/>
          <ac:spMkLst>
            <pc:docMk/>
            <pc:sldMk cId="0" sldId="261"/>
            <ac:spMk id="20" creationId="{6C2F618C-0B60-A37E-4015-AC12A700F849}"/>
          </ac:spMkLst>
        </pc:spChg>
        <pc:spChg chg="add mod">
          <ac:chgData name="Кристина Смирнова" userId="7912996a749d8eda" providerId="LiveId" clId="{3438C33C-345B-40C9-886A-7DE2C2266B1F}" dt="2024-06-02T19:30:56.606" v="4955" actId="20577"/>
          <ac:spMkLst>
            <pc:docMk/>
            <pc:sldMk cId="0" sldId="261"/>
            <ac:spMk id="21" creationId="{C34716A9-3E03-C62F-011F-5411F17E0A3F}"/>
          </ac:spMkLst>
        </pc:spChg>
        <pc:grpChg chg="mod ord">
          <ac:chgData name="Кристина Смирнова" userId="7912996a749d8eda" providerId="LiveId" clId="{3438C33C-345B-40C9-886A-7DE2C2266B1F}" dt="2024-05-31T17:01:41.656" v="1905" actId="14100"/>
          <ac:grpSpMkLst>
            <pc:docMk/>
            <pc:sldMk cId="0" sldId="261"/>
            <ac:grpSpMk id="4" creationId="{00000000-0000-0000-0000-000000000000}"/>
          </ac:grpSpMkLst>
        </pc:grpChg>
        <pc:grpChg chg="mod">
          <ac:chgData name="Кристина Смирнова" userId="7912996a749d8eda" providerId="LiveId" clId="{3438C33C-345B-40C9-886A-7DE2C2266B1F}" dt="2024-05-31T17:03:05.782" v="1911" actId="1076"/>
          <ac:grpSpMkLst>
            <pc:docMk/>
            <pc:sldMk cId="0" sldId="261"/>
            <ac:grpSpMk id="6" creationId="{00000000-0000-0000-0000-000000000000}"/>
          </ac:grpSpMkLst>
        </pc:grpChg>
        <pc:grpChg chg="mod ord">
          <ac:chgData name="Кристина Смирнова" userId="7912996a749d8eda" providerId="LiveId" clId="{3438C33C-345B-40C9-886A-7DE2C2266B1F}" dt="2024-05-31T23:30:41.677" v="4505" actId="1076"/>
          <ac:grpSpMkLst>
            <pc:docMk/>
            <pc:sldMk cId="0" sldId="261"/>
            <ac:grpSpMk id="9" creationId="{00000000-0000-0000-0000-000000000000}"/>
          </ac:grpSpMkLst>
        </pc:grpChg>
        <pc:grpChg chg="mod">
          <ac:chgData name="Кристина Смирнова" userId="7912996a749d8eda" providerId="LiveId" clId="{3438C33C-345B-40C9-886A-7DE2C2266B1F}" dt="2024-05-31T17:03:33.042" v="1914" actId="1076"/>
          <ac:grpSpMkLst>
            <pc:docMk/>
            <pc:sldMk cId="0" sldId="261"/>
            <ac:grpSpMk id="12" creationId="{00000000-0000-0000-0000-000000000000}"/>
          </ac:grpSpMkLst>
        </pc:grpChg>
        <pc:grpChg chg="mod ord">
          <ac:chgData name="Кристина Смирнова" userId="7912996a749d8eda" providerId="LiveId" clId="{3438C33C-345B-40C9-886A-7DE2C2266B1F}" dt="2024-05-31T17:02:33.529" v="1909" actId="1076"/>
          <ac:grpSpMkLst>
            <pc:docMk/>
            <pc:sldMk cId="0" sldId="261"/>
            <ac:grpSpMk id="15" creationId="{00000000-0000-0000-0000-000000000000}"/>
          </ac:grpSpMkLst>
        </pc:grpChg>
      </pc:sldChg>
      <pc:sldChg chg="addSp delSp modSp mod ord">
        <pc:chgData name="Кристина Смирнова" userId="7912996a749d8eda" providerId="LiveId" clId="{3438C33C-345B-40C9-886A-7DE2C2266B1F}" dt="2024-06-16T19:18:36.903" v="4989" actId="113"/>
        <pc:sldMkLst>
          <pc:docMk/>
          <pc:sldMk cId="0" sldId="262"/>
        </pc:sldMkLst>
        <pc:spChg chg="mod">
          <ac:chgData name="Кристина Смирнова" userId="7912996a749d8eda" providerId="LiveId" clId="{3438C33C-345B-40C9-886A-7DE2C2266B1F}" dt="2024-06-02T18:24:39.400" v="4554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02T18:26:38.601" v="4571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02T18:30:30.463" v="4607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16T19:18:36.903" v="4989" actId="113"/>
          <ac:spMkLst>
            <pc:docMk/>
            <pc:sldMk cId="0" sldId="262"/>
            <ac:spMk id="7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7:23:46.687" v="2011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7:13:18.381" v="1975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7:23:47.522" v="2012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02T19:31:18.209" v="4965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02T18:26:33.355" v="4570" actId="1076"/>
          <ac:spMkLst>
            <pc:docMk/>
            <pc:sldMk cId="0" sldId="262"/>
            <ac:spMk id="36" creationId="{A62C6354-70D5-BD02-788C-C20CB677205A}"/>
          </ac:spMkLst>
        </pc:spChg>
        <pc:spChg chg="mod">
          <ac:chgData name="Кристина Смирнова" userId="7912996a749d8eda" providerId="LiveId" clId="{3438C33C-345B-40C9-886A-7DE2C2266B1F}" dt="2024-06-02T18:29:51.737" v="4606" actId="20577"/>
          <ac:spMkLst>
            <pc:docMk/>
            <pc:sldMk cId="0" sldId="262"/>
            <ac:spMk id="37" creationId="{4B6A5A7C-E001-1667-6025-71393238431F}"/>
          </ac:spMkLst>
        </pc:spChg>
        <pc:spChg chg="add del">
          <ac:chgData name="Кристина Смирнова" userId="7912996a749d8eda" providerId="LiveId" clId="{3438C33C-345B-40C9-886A-7DE2C2266B1F}" dt="2024-05-31T17:37:30.081" v="2208" actId="22"/>
          <ac:spMkLst>
            <pc:docMk/>
            <pc:sldMk cId="0" sldId="262"/>
            <ac:spMk id="43" creationId="{43CCE7E3-F127-F921-0DF0-6A1B59D03127}"/>
          </ac:spMkLst>
        </pc:spChg>
        <pc:spChg chg="add del">
          <ac:chgData name="Кристина Смирнова" userId="7912996a749d8eda" providerId="LiveId" clId="{3438C33C-345B-40C9-886A-7DE2C2266B1F}" dt="2024-05-31T17:37:33.485" v="2210" actId="22"/>
          <ac:spMkLst>
            <pc:docMk/>
            <pc:sldMk cId="0" sldId="262"/>
            <ac:spMk id="45" creationId="{F84C4E17-6FC1-BA1B-7971-A1B164C3DA98}"/>
          </ac:spMkLst>
        </pc:spChg>
        <pc:spChg chg="mod">
          <ac:chgData name="Кристина Смирнова" userId="7912996a749d8eda" providerId="LiveId" clId="{3438C33C-345B-40C9-886A-7DE2C2266B1F}" dt="2024-05-31T17:44:47.809" v="2334" actId="1076"/>
          <ac:spMkLst>
            <pc:docMk/>
            <pc:sldMk cId="0" sldId="262"/>
            <ac:spMk id="47" creationId="{4C75BB8D-A6BB-3E11-214F-3840618B42D5}"/>
          </ac:spMkLst>
        </pc:spChg>
        <pc:spChg chg="mod">
          <ac:chgData name="Кристина Смирнова" userId="7912996a749d8eda" providerId="LiveId" clId="{3438C33C-345B-40C9-886A-7DE2C2266B1F}" dt="2024-06-02T18:31:47.189" v="4611" actId="20577"/>
          <ac:spMkLst>
            <pc:docMk/>
            <pc:sldMk cId="0" sldId="262"/>
            <ac:spMk id="48" creationId="{9DEDA55D-E5DB-4384-9E38-00A178CE89A9}"/>
          </ac:spMkLst>
        </pc:spChg>
        <pc:grpChg chg="mod">
          <ac:chgData name="Кристина Смирнова" userId="7912996a749d8eda" providerId="LiveId" clId="{3438C33C-345B-40C9-886A-7DE2C2266B1F}" dt="2024-06-01T09:30:59.039" v="4514" actId="1076"/>
          <ac:grpSpMkLst>
            <pc:docMk/>
            <pc:sldMk cId="0" sldId="262"/>
            <ac:grpSpMk id="4" creationId="{00000000-0000-0000-0000-000000000000}"/>
          </ac:grpSpMkLst>
        </pc:grpChg>
        <pc:grpChg chg="add del mod">
          <ac:chgData name="Кристина Смирнова" userId="7912996a749d8eda" providerId="LiveId" clId="{3438C33C-345B-40C9-886A-7DE2C2266B1F}" dt="2024-05-31T17:37:20.819" v="2205" actId="478"/>
          <ac:grpSpMkLst>
            <pc:docMk/>
            <pc:sldMk cId="0" sldId="262"/>
            <ac:grpSpMk id="8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5-31T17:13:12.509" v="1973" actId="478"/>
          <ac:grpSpMkLst>
            <pc:docMk/>
            <pc:sldMk cId="0" sldId="262"/>
            <ac:grpSpMk id="15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5-31T17:13:15.989" v="1974" actId="478"/>
          <ac:grpSpMkLst>
            <pc:docMk/>
            <pc:sldMk cId="0" sldId="262"/>
            <ac:grpSpMk id="18" creationId="{00000000-0000-0000-0000-000000000000}"/>
          </ac:grpSpMkLst>
        </pc:grpChg>
        <pc:grpChg chg="add mod">
          <ac:chgData name="Кристина Смирнова" userId="7912996a749d8eda" providerId="LiveId" clId="{3438C33C-345B-40C9-886A-7DE2C2266B1F}" dt="2024-06-02T18:30:45.506" v="4609" actId="1076"/>
          <ac:grpSpMkLst>
            <pc:docMk/>
            <pc:sldMk cId="0" sldId="262"/>
            <ac:grpSpMk id="35" creationId="{23D30A70-E1CC-96BF-D855-14C884381F03}"/>
          </ac:grpSpMkLst>
        </pc:grpChg>
        <pc:grpChg chg="add mod">
          <ac:chgData name="Кристина Смирнова" userId="7912996a749d8eda" providerId="LiveId" clId="{3438C33C-345B-40C9-886A-7DE2C2266B1F}" dt="2024-06-02T18:26:07.002" v="4568" actId="14100"/>
          <ac:grpSpMkLst>
            <pc:docMk/>
            <pc:sldMk cId="0" sldId="262"/>
            <ac:grpSpMk id="46" creationId="{1C6E0CE7-647B-B4FB-3883-072A9F94FAB6}"/>
          </ac:grpSpMkLst>
        </pc:grpChg>
        <pc:picChg chg="add del mod">
          <ac:chgData name="Кристина Смирнова" userId="7912996a749d8eda" providerId="LiveId" clId="{3438C33C-345B-40C9-886A-7DE2C2266B1F}" dt="2024-05-31T17:13:38.180" v="1981" actId="478"/>
          <ac:picMkLst>
            <pc:docMk/>
            <pc:sldMk cId="0" sldId="262"/>
            <ac:picMk id="22" creationId="{946E1D0A-082E-BBF3-8A09-7336BAE36547}"/>
          </ac:picMkLst>
        </pc:picChg>
        <pc:picChg chg="add del mod">
          <ac:chgData name="Кристина Смирнова" userId="7912996a749d8eda" providerId="LiveId" clId="{3438C33C-345B-40C9-886A-7DE2C2266B1F}" dt="2024-05-31T17:13:40.448" v="1982" actId="478"/>
          <ac:picMkLst>
            <pc:docMk/>
            <pc:sldMk cId="0" sldId="262"/>
            <ac:picMk id="24" creationId="{7AA32FAE-C103-0420-968C-5C4F5BD91935}"/>
          </ac:picMkLst>
        </pc:picChg>
        <pc:picChg chg="add mod">
          <ac:chgData name="Кристина Смирнова" userId="7912996a749d8eda" providerId="LiveId" clId="{3438C33C-345B-40C9-886A-7DE2C2266B1F}" dt="2024-06-02T18:24:52.048" v="4556" actId="1076"/>
          <ac:picMkLst>
            <pc:docMk/>
            <pc:sldMk cId="0" sldId="262"/>
            <ac:picMk id="26" creationId="{4D8AC0D5-9006-5C26-7683-44BFD00D4DBF}"/>
          </ac:picMkLst>
        </pc:picChg>
        <pc:picChg chg="add mod">
          <ac:chgData name="Кристина Смирнова" userId="7912996a749d8eda" providerId="LiveId" clId="{3438C33C-345B-40C9-886A-7DE2C2266B1F}" dt="2024-06-02T18:24:57.118" v="4557" actId="1076"/>
          <ac:picMkLst>
            <pc:docMk/>
            <pc:sldMk cId="0" sldId="262"/>
            <ac:picMk id="28" creationId="{0EA85CA1-9E19-0655-7B1E-72AD9C28D992}"/>
          </ac:picMkLst>
        </pc:picChg>
        <pc:picChg chg="add del mod">
          <ac:chgData name="Кристина Смирнова" userId="7912996a749d8eda" providerId="LiveId" clId="{3438C33C-345B-40C9-886A-7DE2C2266B1F}" dt="2024-05-31T17:21:38.673" v="1996" actId="478"/>
          <ac:picMkLst>
            <pc:docMk/>
            <pc:sldMk cId="0" sldId="262"/>
            <ac:picMk id="30" creationId="{5F856937-7095-07ED-5BC3-A60EF2281EB4}"/>
          </ac:picMkLst>
        </pc:picChg>
        <pc:picChg chg="add del mod">
          <ac:chgData name="Кристина Смирнова" userId="7912996a749d8eda" providerId="LiveId" clId="{3438C33C-345B-40C9-886A-7DE2C2266B1F}" dt="2024-05-31T17:24:41.287" v="2022" actId="478"/>
          <ac:picMkLst>
            <pc:docMk/>
            <pc:sldMk cId="0" sldId="262"/>
            <ac:picMk id="32" creationId="{AE4B1312-A6D4-9C8C-6213-7B65C6A2433E}"/>
          </ac:picMkLst>
        </pc:picChg>
        <pc:picChg chg="add mod">
          <ac:chgData name="Кристина Смирнова" userId="7912996a749d8eda" providerId="LiveId" clId="{3438C33C-345B-40C9-886A-7DE2C2266B1F}" dt="2024-06-02T18:25:05.838" v="4558" actId="1076"/>
          <ac:picMkLst>
            <pc:docMk/>
            <pc:sldMk cId="0" sldId="262"/>
            <ac:picMk id="34" creationId="{3C7CA066-C6AE-1B2B-B573-5C66AAAEB63F}"/>
          </ac:picMkLst>
        </pc:picChg>
        <pc:picChg chg="add del mod">
          <ac:chgData name="Кристина Смирнова" userId="7912996a749d8eda" providerId="LiveId" clId="{3438C33C-345B-40C9-886A-7DE2C2266B1F}" dt="2024-05-31T17:45:50.551" v="2335" actId="478"/>
          <ac:picMkLst>
            <pc:docMk/>
            <pc:sldMk cId="0" sldId="262"/>
            <ac:picMk id="39" creationId="{466E0C93-1EC3-6536-8A8A-DE829ECA183E}"/>
          </ac:picMkLst>
        </pc:picChg>
        <pc:picChg chg="add mod">
          <ac:chgData name="Кристина Смирнова" userId="7912996a749d8eda" providerId="LiveId" clId="{3438C33C-345B-40C9-886A-7DE2C2266B1F}" dt="2024-05-31T17:36:52.643" v="2199" actId="571"/>
          <ac:picMkLst>
            <pc:docMk/>
            <pc:sldMk cId="0" sldId="262"/>
            <ac:picMk id="40" creationId="{870D5341-2692-17A5-0150-6BECD040A19F}"/>
          </ac:picMkLst>
        </pc:picChg>
        <pc:picChg chg="add mod">
          <ac:chgData name="Кристина Смирнова" userId="7912996a749d8eda" providerId="LiveId" clId="{3438C33C-345B-40C9-886A-7DE2C2266B1F}" dt="2024-05-31T17:36:52.643" v="2199" actId="571"/>
          <ac:picMkLst>
            <pc:docMk/>
            <pc:sldMk cId="0" sldId="262"/>
            <ac:picMk id="41" creationId="{68F9EC37-960A-754E-1BE9-BC96E1779964}"/>
          </ac:picMkLst>
        </pc:picChg>
        <pc:picChg chg="add mod">
          <ac:chgData name="Кристина Смирнова" userId="7912996a749d8eda" providerId="LiveId" clId="{3438C33C-345B-40C9-886A-7DE2C2266B1F}" dt="2024-06-02T18:25:23.959" v="4561" actId="1076"/>
          <ac:picMkLst>
            <pc:docMk/>
            <pc:sldMk cId="0" sldId="262"/>
            <ac:picMk id="50" creationId="{710865A1-4E6E-90BF-1516-44F20561B120}"/>
          </ac:picMkLst>
        </pc:picChg>
        <pc:picChg chg="add mod">
          <ac:chgData name="Кристина Смирнова" userId="7912996a749d8eda" providerId="LiveId" clId="{3438C33C-345B-40C9-886A-7DE2C2266B1F}" dt="2024-06-02T18:25:31.834" v="4563" actId="1076"/>
          <ac:picMkLst>
            <pc:docMk/>
            <pc:sldMk cId="0" sldId="262"/>
            <ac:picMk id="52" creationId="{EF3368D8-064A-4575-999D-A7D897C793C3}"/>
          </ac:picMkLst>
        </pc:picChg>
        <pc:picChg chg="add mod modCrop">
          <ac:chgData name="Кристина Смирнова" userId="7912996a749d8eda" providerId="LiveId" clId="{3438C33C-345B-40C9-886A-7DE2C2266B1F}" dt="2024-06-02T18:25:27.799" v="4562" actId="1076"/>
          <ac:picMkLst>
            <pc:docMk/>
            <pc:sldMk cId="0" sldId="262"/>
            <ac:picMk id="54" creationId="{06A61B89-D82D-4A99-67CD-1D7020B7DE45}"/>
          </ac:picMkLst>
        </pc:picChg>
        <pc:picChg chg="add mod">
          <ac:chgData name="Кристина Смирнова" userId="7912996a749d8eda" providerId="LiveId" clId="{3438C33C-345B-40C9-886A-7DE2C2266B1F}" dt="2024-06-02T18:30:37.318" v="4608" actId="1076"/>
          <ac:picMkLst>
            <pc:docMk/>
            <pc:sldMk cId="0" sldId="262"/>
            <ac:picMk id="56" creationId="{48BBF0D3-2814-563E-E68E-28DF4B3B74C6}"/>
          </ac:picMkLst>
        </pc:picChg>
      </pc:sldChg>
      <pc:sldChg chg="del ord">
        <pc:chgData name="Кристина Смирнова" userId="7912996a749d8eda" providerId="LiveId" clId="{3438C33C-345B-40C9-886A-7DE2C2266B1F}" dt="2024-05-31T18:21:14.203" v="2505" actId="47"/>
        <pc:sldMkLst>
          <pc:docMk/>
          <pc:sldMk cId="0" sldId="263"/>
        </pc:sldMkLst>
      </pc:sldChg>
      <pc:sldChg chg="del">
        <pc:chgData name="Кристина Смирнова" userId="7912996a749d8eda" providerId="LiveId" clId="{3438C33C-345B-40C9-886A-7DE2C2266B1F}" dt="2024-05-31T18:00:14.623" v="2487" actId="47"/>
        <pc:sldMkLst>
          <pc:docMk/>
          <pc:sldMk cId="0" sldId="264"/>
        </pc:sldMkLst>
      </pc:sldChg>
      <pc:sldChg chg="del">
        <pc:chgData name="Кристина Смирнова" userId="7912996a749d8eda" providerId="LiveId" clId="{3438C33C-345B-40C9-886A-7DE2C2266B1F}" dt="2024-05-31T18:00:16.243" v="2488" actId="47"/>
        <pc:sldMkLst>
          <pc:docMk/>
          <pc:sldMk cId="0" sldId="265"/>
        </pc:sldMkLst>
      </pc:sldChg>
      <pc:sldChg chg="addSp delSp modSp mod ord">
        <pc:chgData name="Кристина Смирнова" userId="7912996a749d8eda" providerId="LiveId" clId="{3438C33C-345B-40C9-886A-7DE2C2266B1F}" dt="2024-06-16T19:17:54.135" v="4983" actId="113"/>
        <pc:sldMkLst>
          <pc:docMk/>
          <pc:sldMk cId="0" sldId="266"/>
        </pc:sldMkLst>
        <pc:spChg chg="mod">
          <ac:chgData name="Кристина Смирнова" userId="7912996a749d8eda" providerId="LiveId" clId="{3438C33C-345B-40C9-886A-7DE2C2266B1F}" dt="2024-05-31T16:50:44.042" v="1854" actId="1076"/>
          <ac:spMkLst>
            <pc:docMk/>
            <pc:sldMk cId="0" sldId="266"/>
            <ac:spMk id="2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6:37:59.804" v="1365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6:37:55.003" v="1364" actId="20577"/>
          <ac:spMkLst>
            <pc:docMk/>
            <pc:sldMk cId="0" sldId="266"/>
            <ac:spMk id="6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6:38:44.104" v="1379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6:38:41.179" v="1378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6:38:39.121" v="1377" actId="478"/>
          <ac:spMkLst>
            <pc:docMk/>
            <pc:sldMk cId="0" sldId="266"/>
            <ac:spMk id="9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6:52:36.449" v="1867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16T19:17:54.135" v="4983" actId="113"/>
          <ac:spMkLst>
            <pc:docMk/>
            <pc:sldMk cId="0" sldId="266"/>
            <ac:spMk id="12" creationId="{00000000-0000-0000-0000-000000000000}"/>
          </ac:spMkLst>
        </pc:spChg>
        <pc:spChg chg="add mod">
          <ac:chgData name="Кристина Смирнова" userId="7912996a749d8eda" providerId="LiveId" clId="{3438C33C-345B-40C9-886A-7DE2C2266B1F}" dt="2024-05-31T22:47:45.644" v="4342" actId="113"/>
          <ac:spMkLst>
            <pc:docMk/>
            <pc:sldMk cId="0" sldId="266"/>
            <ac:spMk id="14" creationId="{D82B75C2-5DE2-BDC3-BC50-7025A894CB46}"/>
          </ac:spMkLst>
        </pc:spChg>
        <pc:spChg chg="add del mod">
          <ac:chgData name="Кристина Смирнова" userId="7912996a749d8eda" providerId="LiveId" clId="{3438C33C-345B-40C9-886A-7DE2C2266B1F}" dt="2024-05-31T16:39:58.092" v="1502" actId="478"/>
          <ac:spMkLst>
            <pc:docMk/>
            <pc:sldMk cId="0" sldId="266"/>
            <ac:spMk id="15" creationId="{98052B9D-7017-E5DA-2079-C2F5668575BD}"/>
          </ac:spMkLst>
        </pc:spChg>
        <pc:spChg chg="add mod">
          <ac:chgData name="Кристина Смирнова" userId="7912996a749d8eda" providerId="LiveId" clId="{3438C33C-345B-40C9-886A-7DE2C2266B1F}" dt="2024-06-01T09:28:00.208" v="4509" actId="20577"/>
          <ac:spMkLst>
            <pc:docMk/>
            <pc:sldMk cId="0" sldId="266"/>
            <ac:spMk id="16" creationId="{A12953EA-2D9B-39F0-5ABA-93C4F1D72E97}"/>
          </ac:spMkLst>
        </pc:spChg>
        <pc:spChg chg="add mod">
          <ac:chgData name="Кристина Смирнова" userId="7912996a749d8eda" providerId="LiveId" clId="{3438C33C-345B-40C9-886A-7DE2C2266B1F}" dt="2024-06-02T19:31:00.945" v="4957" actId="20577"/>
          <ac:spMkLst>
            <pc:docMk/>
            <pc:sldMk cId="0" sldId="266"/>
            <ac:spMk id="17" creationId="{BA3E82D7-40CB-9464-43F7-D5A184683055}"/>
          </ac:spMkLst>
        </pc:spChg>
        <pc:grpChg chg="del">
          <ac:chgData name="Кристина Смирнова" userId="7912996a749d8eda" providerId="LiveId" clId="{3438C33C-345B-40C9-886A-7DE2C2266B1F}" dt="2024-05-31T16:38:04.271" v="1366" actId="478"/>
          <ac:grpSpMkLst>
            <pc:docMk/>
            <pc:sldMk cId="0" sldId="266"/>
            <ac:grpSpMk id="3" creationId="{00000000-0000-0000-0000-000000000000}"/>
          </ac:grpSpMkLst>
        </pc:grpChg>
      </pc:sldChg>
      <pc:sldChg chg="del">
        <pc:chgData name="Кристина Смирнова" userId="7912996a749d8eda" providerId="LiveId" clId="{3438C33C-345B-40C9-886A-7DE2C2266B1F}" dt="2024-05-31T18:00:19.304" v="2490" actId="47"/>
        <pc:sldMkLst>
          <pc:docMk/>
          <pc:sldMk cId="0" sldId="267"/>
        </pc:sldMkLst>
      </pc:sldChg>
      <pc:sldChg chg="addSp delSp modSp mod ord">
        <pc:chgData name="Кристина Смирнова" userId="7912996a749d8eda" providerId="LiveId" clId="{3438C33C-345B-40C9-886A-7DE2C2266B1F}" dt="2024-06-16T19:18:12.524" v="4986" actId="113"/>
        <pc:sldMkLst>
          <pc:docMk/>
          <pc:sldMk cId="0" sldId="268"/>
        </pc:sldMkLst>
        <pc:spChg chg="mod">
          <ac:chgData name="Кристина Смирнова" userId="7912996a749d8eda" providerId="LiveId" clId="{3438C33C-345B-40C9-886A-7DE2C2266B1F}" dt="2024-05-31T18:18:55.280" v="2497" actId="207"/>
          <ac:spMkLst>
            <pc:docMk/>
            <pc:sldMk cId="0" sldId="268"/>
            <ac:spMk id="2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7:50:23.368" v="2419" actId="478"/>
          <ac:spMkLst>
            <pc:docMk/>
            <pc:sldMk cId="0" sldId="268"/>
            <ac:spMk id="9" creationId="{00000000-0000-0000-0000-000000000000}"/>
          </ac:spMkLst>
        </pc:spChg>
        <pc:spChg chg="mod ord topLvl">
          <ac:chgData name="Кристина Смирнова" userId="7912996a749d8eda" providerId="LiveId" clId="{3438C33C-345B-40C9-886A-7DE2C2266B1F}" dt="2024-06-16T19:18:12.524" v="4986" actId="113"/>
          <ac:spMkLst>
            <pc:docMk/>
            <pc:sldMk cId="0" sldId="268"/>
            <ac:spMk id="11" creationId="{00000000-0000-0000-0000-000000000000}"/>
          </ac:spMkLst>
        </pc:spChg>
        <pc:spChg chg="del topLvl">
          <ac:chgData name="Кристина Смирнова" userId="7912996a749d8eda" providerId="LiveId" clId="{3438C33C-345B-40C9-886A-7DE2C2266B1F}" dt="2024-05-31T17:49:09.473" v="2349" actId="478"/>
          <ac:spMkLst>
            <pc:docMk/>
            <pc:sldMk cId="0" sldId="268"/>
            <ac:spMk id="12" creationId="{00000000-0000-0000-0000-000000000000}"/>
          </ac:spMkLst>
        </pc:spChg>
        <pc:spChg chg="mod ord">
          <ac:chgData name="Кристина Смирнова" userId="7912996a749d8eda" providerId="LiveId" clId="{3438C33C-345B-40C9-886A-7DE2C2266B1F}" dt="2024-06-02T19:31:23.057" v="4967" actId="20577"/>
          <ac:spMkLst>
            <pc:docMk/>
            <pc:sldMk cId="0" sldId="268"/>
            <ac:spMk id="13" creationId="{00000000-0000-0000-0000-000000000000}"/>
          </ac:spMkLst>
        </pc:spChg>
        <pc:spChg chg="add del mod">
          <ac:chgData name="Кристина Смирнова" userId="7912996a749d8eda" providerId="LiveId" clId="{3438C33C-345B-40C9-886A-7DE2C2266B1F}" dt="2024-05-31T17:52:29.543" v="2462" actId="21"/>
          <ac:spMkLst>
            <pc:docMk/>
            <pc:sldMk cId="0" sldId="268"/>
            <ac:spMk id="14" creationId="{00000000-0000-0000-0000-000000000000}"/>
          </ac:spMkLst>
        </pc:spChg>
        <pc:spChg chg="add mod">
          <ac:chgData name="Кристина Смирнова" userId="7912996a749d8eda" providerId="LiveId" clId="{3438C33C-345B-40C9-886A-7DE2C2266B1F}" dt="2024-05-31T17:52:39.563" v="2467" actId="1076"/>
          <ac:spMkLst>
            <pc:docMk/>
            <pc:sldMk cId="0" sldId="268"/>
            <ac:spMk id="17" creationId="{DA430697-3A13-5B34-36B8-5975E829AC20}"/>
          </ac:spMkLst>
        </pc:spChg>
        <pc:grpChg chg="del">
          <ac:chgData name="Кристина Смирнова" userId="7912996a749d8eda" providerId="LiveId" clId="{3438C33C-345B-40C9-886A-7DE2C2266B1F}" dt="2024-05-31T17:50:23.368" v="2419" actId="478"/>
          <ac:grpSpMkLst>
            <pc:docMk/>
            <pc:sldMk cId="0" sldId="268"/>
            <ac:grpSpMk id="3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5-31T17:50:23.368" v="2419" actId="478"/>
          <ac:grpSpMkLst>
            <pc:docMk/>
            <pc:sldMk cId="0" sldId="268"/>
            <ac:grpSpMk id="6" creationId="{00000000-0000-0000-0000-000000000000}"/>
          </ac:grpSpMkLst>
        </pc:grpChg>
        <pc:grpChg chg="del mod">
          <ac:chgData name="Кристина Смирнова" userId="7912996a749d8eda" providerId="LiveId" clId="{3438C33C-345B-40C9-886A-7DE2C2266B1F}" dt="2024-05-31T17:49:09.473" v="2349" actId="478"/>
          <ac:grpSpMkLst>
            <pc:docMk/>
            <pc:sldMk cId="0" sldId="268"/>
            <ac:grpSpMk id="10" creationId="{00000000-0000-0000-0000-000000000000}"/>
          </ac:grpSpMkLst>
        </pc:grpChg>
        <pc:picChg chg="add mod">
          <ac:chgData name="Кристина Смирнова" userId="7912996a749d8eda" providerId="LiveId" clId="{3438C33C-345B-40C9-886A-7DE2C2266B1F}" dt="2024-06-01T09:29:23.020" v="4513" actId="1076"/>
          <ac:picMkLst>
            <pc:docMk/>
            <pc:sldMk cId="0" sldId="268"/>
            <ac:picMk id="4" creationId="{C318FC2A-A682-66F5-FE59-2DCB4F1F3415}"/>
          </ac:picMkLst>
        </pc:picChg>
        <pc:picChg chg="add del mod">
          <ac:chgData name="Кристина Смирнова" userId="7912996a749d8eda" providerId="LiveId" clId="{3438C33C-345B-40C9-886A-7DE2C2266B1F}" dt="2024-05-31T17:54:32.546" v="2472" actId="478"/>
          <ac:picMkLst>
            <pc:docMk/>
            <pc:sldMk cId="0" sldId="268"/>
            <ac:picMk id="16" creationId="{EDF5D797-7EEA-94AF-7BE5-159B15CCE9C3}"/>
          </ac:picMkLst>
        </pc:picChg>
        <pc:picChg chg="add del mod">
          <ac:chgData name="Кристина Смирнова" userId="7912996a749d8eda" providerId="LiveId" clId="{3438C33C-345B-40C9-886A-7DE2C2266B1F}" dt="2024-05-31T17:57:01.544" v="2480" actId="478"/>
          <ac:picMkLst>
            <pc:docMk/>
            <pc:sldMk cId="0" sldId="268"/>
            <ac:picMk id="19" creationId="{89FFC226-6F36-E91F-74CB-3788B96E3B94}"/>
          </ac:picMkLst>
        </pc:picChg>
        <pc:picChg chg="add del mod">
          <ac:chgData name="Кристина Смирнова" userId="7912996a749d8eda" providerId="LiveId" clId="{3438C33C-345B-40C9-886A-7DE2C2266B1F}" dt="2024-05-31T19:20:00.793" v="2528" actId="478"/>
          <ac:picMkLst>
            <pc:docMk/>
            <pc:sldMk cId="0" sldId="268"/>
            <ac:picMk id="21" creationId="{AE786601-9E29-D9F5-9B5A-632B54FEE266}"/>
          </ac:picMkLst>
        </pc:picChg>
      </pc:sldChg>
      <pc:sldChg chg="addSp delSp modSp del mod ord">
        <pc:chgData name="Кристина Смирнова" userId="7912996a749d8eda" providerId="LiveId" clId="{3438C33C-345B-40C9-886A-7DE2C2266B1F}" dt="2024-05-31T18:00:21.717" v="2491" actId="47"/>
        <pc:sldMkLst>
          <pc:docMk/>
          <pc:sldMk cId="0" sldId="269"/>
        </pc:sldMkLst>
        <pc:spChg chg="del mod topLvl">
          <ac:chgData name="Кристина Смирнова" userId="7912996a749d8eda" providerId="LiveId" clId="{3438C33C-345B-40C9-886A-7DE2C2266B1F}" dt="2024-05-31T16:36:04.120" v="1354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6:28:34.683" v="1292" actId="478"/>
          <ac:spMkLst>
            <pc:docMk/>
            <pc:sldMk cId="0" sldId="269"/>
            <ac:spMk id="4" creationId="{00000000-0000-0000-0000-000000000000}"/>
          </ac:spMkLst>
        </pc:spChg>
        <pc:spChg chg="del mod topLvl">
          <ac:chgData name="Кристина Смирнова" userId="7912996a749d8eda" providerId="LiveId" clId="{3438C33C-345B-40C9-886A-7DE2C2266B1F}" dt="2024-05-31T16:28:41.123" v="1294" actId="478"/>
          <ac:spMkLst>
            <pc:docMk/>
            <pc:sldMk cId="0" sldId="269"/>
            <ac:spMk id="5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6:34:46.526" v="1351" actId="1076"/>
          <ac:spMkLst>
            <pc:docMk/>
            <pc:sldMk cId="0" sldId="269"/>
            <ac:spMk id="6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6:34:42.506" v="1350" actId="478"/>
          <ac:spMkLst>
            <pc:docMk/>
            <pc:sldMk cId="0" sldId="269"/>
            <ac:spMk id="7" creationId="{00000000-0000-0000-0000-000000000000}"/>
          </ac:spMkLst>
        </pc:spChg>
        <pc:spChg chg="del mod topLvl">
          <ac:chgData name="Кристина Смирнова" userId="7912996a749d8eda" providerId="LiveId" clId="{3438C33C-345B-40C9-886A-7DE2C2266B1F}" dt="2024-05-31T16:33:51.008" v="1349"/>
          <ac:spMkLst>
            <pc:docMk/>
            <pc:sldMk cId="0" sldId="269"/>
            <ac:spMk id="9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6:29:20.661" v="1300" actId="478"/>
          <ac:spMkLst>
            <pc:docMk/>
            <pc:sldMk cId="0" sldId="269"/>
            <ac:spMk id="10" creationId="{00000000-0000-0000-0000-000000000000}"/>
          </ac:spMkLst>
        </pc:spChg>
        <pc:spChg chg="del mod topLvl">
          <ac:chgData name="Кристина Смирнова" userId="7912996a749d8eda" providerId="LiveId" clId="{3438C33C-345B-40C9-886A-7DE2C2266B1F}" dt="2024-05-31T16:29:24.310" v="1301" actId="478"/>
          <ac:spMkLst>
            <pc:docMk/>
            <pc:sldMk cId="0" sldId="269"/>
            <ac:spMk id="11" creationId="{00000000-0000-0000-0000-000000000000}"/>
          </ac:spMkLst>
        </pc:spChg>
        <pc:spChg chg="del mod topLvl">
          <ac:chgData name="Кристина Смирнова" userId="7912996a749d8eda" providerId="LiveId" clId="{3438C33C-345B-40C9-886A-7DE2C2266B1F}" dt="2024-05-31T16:31:10.146" v="1338" actId="21"/>
          <ac:spMkLst>
            <pc:docMk/>
            <pc:sldMk cId="0" sldId="269"/>
            <ac:spMk id="20" creationId="{00000000-0000-0000-0000-000000000000}"/>
          </ac:spMkLst>
        </pc:spChg>
        <pc:spChg chg="topLvl">
          <ac:chgData name="Кристина Смирнова" userId="7912996a749d8eda" providerId="LiveId" clId="{3438C33C-345B-40C9-886A-7DE2C2266B1F}" dt="2024-05-31T16:31:10.146" v="1338" actId="21"/>
          <ac:spMkLst>
            <pc:docMk/>
            <pc:sldMk cId="0" sldId="269"/>
            <ac:spMk id="21" creationId="{00000000-0000-0000-0000-000000000000}"/>
          </ac:spMkLst>
        </pc:spChg>
        <pc:spChg chg="add del mod">
          <ac:chgData name="Кристина Смирнова" userId="7912996a749d8eda" providerId="LiveId" clId="{3438C33C-345B-40C9-886A-7DE2C2266B1F}" dt="2024-05-31T16:33:51.008" v="1347" actId="478"/>
          <ac:spMkLst>
            <pc:docMk/>
            <pc:sldMk cId="0" sldId="269"/>
            <ac:spMk id="22" creationId="{50C45364-2A4B-F985-2D4F-94C5CC2C449A}"/>
          </ac:spMkLst>
        </pc:spChg>
        <pc:spChg chg="add mod">
          <ac:chgData name="Кристина Смирнова" userId="7912996a749d8eda" providerId="LiveId" clId="{3438C33C-345B-40C9-886A-7DE2C2266B1F}" dt="2024-05-31T16:32:30.455" v="1343" actId="1076"/>
          <ac:spMkLst>
            <pc:docMk/>
            <pc:sldMk cId="0" sldId="269"/>
            <ac:spMk id="23" creationId="{00000000-0000-0000-0000-000000000000}"/>
          </ac:spMkLst>
        </pc:spChg>
        <pc:spChg chg="add mod">
          <ac:chgData name="Кристина Смирнова" userId="7912996a749d8eda" providerId="LiveId" clId="{3438C33C-345B-40C9-886A-7DE2C2266B1F}" dt="2024-05-31T16:36:34.262" v="1356" actId="2711"/>
          <ac:spMkLst>
            <pc:docMk/>
            <pc:sldMk cId="0" sldId="269"/>
            <ac:spMk id="25" creationId="{335B99C1-4091-F0F8-3872-C32BDC21D461}"/>
          </ac:spMkLst>
        </pc:spChg>
        <pc:grpChg chg="del mod">
          <ac:chgData name="Кристина Смирнова" userId="7912996a749d8eda" providerId="LiveId" clId="{3438C33C-345B-40C9-886A-7DE2C2266B1F}" dt="2024-05-31T16:28:41.123" v="1294" actId="478"/>
          <ac:grpSpMkLst>
            <pc:docMk/>
            <pc:sldMk cId="0" sldId="269"/>
            <ac:grpSpMk id="2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5-31T16:29:24.310" v="1301" actId="478"/>
          <ac:grpSpMkLst>
            <pc:docMk/>
            <pc:sldMk cId="0" sldId="269"/>
            <ac:grpSpMk id="8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5-31T16:29:41.071" v="1304" actId="478"/>
          <ac:grpSpMkLst>
            <pc:docMk/>
            <pc:sldMk cId="0" sldId="269"/>
            <ac:grpSpMk id="12" creationId="{00000000-0000-0000-0000-000000000000}"/>
          </ac:grpSpMkLst>
        </pc:grpChg>
        <pc:grpChg chg="del mod">
          <ac:chgData name="Кристина Смирнова" userId="7912996a749d8eda" providerId="LiveId" clId="{3438C33C-345B-40C9-886A-7DE2C2266B1F}" dt="2024-05-31T16:31:10.146" v="1338" actId="21"/>
          <ac:grpSpMkLst>
            <pc:docMk/>
            <pc:sldMk cId="0" sldId="269"/>
            <ac:grpSpMk id="19" creationId="{00000000-0000-0000-0000-000000000000}"/>
          </ac:grpSpMkLst>
        </pc:grpChg>
      </pc:sldChg>
      <pc:sldChg chg="del">
        <pc:chgData name="Кристина Смирнова" userId="7912996a749d8eda" providerId="LiveId" clId="{3438C33C-345B-40C9-886A-7DE2C2266B1F}" dt="2024-05-31T18:00:24.718" v="2492" actId="47"/>
        <pc:sldMkLst>
          <pc:docMk/>
          <pc:sldMk cId="0" sldId="270"/>
        </pc:sldMkLst>
      </pc:sldChg>
      <pc:sldChg chg="del">
        <pc:chgData name="Кристина Смирнова" userId="7912996a749d8eda" providerId="LiveId" clId="{3438C33C-345B-40C9-886A-7DE2C2266B1F}" dt="2024-05-31T18:00:25.682" v="2493" actId="47"/>
        <pc:sldMkLst>
          <pc:docMk/>
          <pc:sldMk cId="0" sldId="271"/>
        </pc:sldMkLst>
      </pc:sldChg>
      <pc:sldChg chg="addSp delSp modSp add del mod setBg">
        <pc:chgData name="Кристина Смирнова" userId="7912996a749d8eda" providerId="LiveId" clId="{3438C33C-345B-40C9-886A-7DE2C2266B1F}" dt="2024-06-16T19:19:42.767" v="4992" actId="20577"/>
        <pc:sldMkLst>
          <pc:docMk/>
          <pc:sldMk cId="0" sldId="272"/>
        </pc:sldMkLst>
        <pc:spChg chg="mod">
          <ac:chgData name="Кристина Смирнова" userId="7912996a749d8eda" providerId="LiveId" clId="{3438C33C-345B-40C9-886A-7DE2C2266B1F}" dt="2024-06-16T19:17:38.790" v="4980" actId="113"/>
          <ac:spMkLst>
            <pc:docMk/>
            <pc:sldMk cId="0" sldId="272"/>
            <ac:spMk id="3" creationId="{00000000-0000-0000-0000-000000000000}"/>
          </ac:spMkLst>
        </pc:spChg>
        <pc:spChg chg="mod topLvl">
          <ac:chgData name="Кристина Смирнова" userId="7912996a749d8eda" providerId="LiveId" clId="{3438C33C-345B-40C9-886A-7DE2C2266B1F}" dt="2024-06-16T19:19:42.767" v="4992" actId="20577"/>
          <ac:spMkLst>
            <pc:docMk/>
            <pc:sldMk cId="0" sldId="272"/>
            <ac:spMk id="5" creationId="{00000000-0000-0000-0000-000000000000}"/>
          </ac:spMkLst>
        </pc:spChg>
        <pc:spChg chg="add del mod topLvl">
          <ac:chgData name="Кристина Смирнова" userId="7912996a749d8eda" providerId="LiveId" clId="{3438C33C-345B-40C9-886A-7DE2C2266B1F}" dt="2024-06-02T19:27:04.852" v="4930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02T19:30:41.923" v="4951" actId="20577"/>
          <ac:spMkLst>
            <pc:docMk/>
            <pc:sldMk cId="0" sldId="272"/>
            <ac:spMk id="16" creationId="{00000000-0000-0000-0000-000000000000}"/>
          </ac:spMkLst>
        </pc:spChg>
        <pc:grpChg chg="add del mod">
          <ac:chgData name="Кристина Смирнова" userId="7912996a749d8eda" providerId="LiveId" clId="{3438C33C-345B-40C9-886A-7DE2C2266B1F}" dt="2024-06-02T19:31:47.340" v="4972" actId="1076"/>
          <ac:grpSpMkLst>
            <pc:docMk/>
            <pc:sldMk cId="0" sldId="272"/>
            <ac:grpSpMk id="4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6-02T19:03:17.117" v="4676" actId="478"/>
          <ac:grpSpMkLst>
            <pc:docMk/>
            <pc:sldMk cId="0" sldId="272"/>
            <ac:grpSpMk id="7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6-02T19:04:46.333" v="4694" actId="478"/>
          <ac:grpSpMkLst>
            <pc:docMk/>
            <pc:sldMk cId="0" sldId="272"/>
            <ac:grpSpMk id="9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6-02T19:05:19.756" v="4700" actId="478"/>
          <ac:grpSpMkLst>
            <pc:docMk/>
            <pc:sldMk cId="0" sldId="272"/>
            <ac:grpSpMk id="11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6-02T19:05:18.023" v="4699" actId="478"/>
          <ac:grpSpMkLst>
            <pc:docMk/>
            <pc:sldMk cId="0" sldId="272"/>
            <ac:grpSpMk id="13" creationId="{00000000-0000-0000-0000-000000000000}"/>
          </ac:grpSpMkLst>
        </pc:grpChg>
        <pc:picChg chg="del mod topLvl">
          <ac:chgData name="Кристина Смирнова" userId="7912996a749d8eda" providerId="LiveId" clId="{3438C33C-345B-40C9-886A-7DE2C2266B1F}" dt="2024-06-02T19:03:17.117" v="4676" actId="478"/>
          <ac:picMkLst>
            <pc:docMk/>
            <pc:sldMk cId="0" sldId="272"/>
            <ac:picMk id="8" creationId="{00000000-0000-0000-0000-000000000000}"/>
          </ac:picMkLst>
        </pc:picChg>
        <pc:picChg chg="add mod modCrop">
          <ac:chgData name="Кристина Смирнова" userId="7912996a749d8eda" providerId="LiveId" clId="{3438C33C-345B-40C9-886A-7DE2C2266B1F}" dt="2024-06-02T19:05:44.469" v="4703" actId="1076"/>
          <ac:picMkLst>
            <pc:docMk/>
            <pc:sldMk cId="0" sldId="272"/>
            <ac:picMk id="18" creationId="{6414FAF8-844B-AB21-5498-B911040A4EAE}"/>
          </ac:picMkLst>
        </pc:picChg>
        <pc:picChg chg="add mod modCrop">
          <ac:chgData name="Кристина Смирнова" userId="7912996a749d8eda" providerId="LiveId" clId="{3438C33C-345B-40C9-886A-7DE2C2266B1F}" dt="2024-06-02T19:05:38.812" v="4702" actId="1076"/>
          <ac:picMkLst>
            <pc:docMk/>
            <pc:sldMk cId="0" sldId="272"/>
            <ac:picMk id="20" creationId="{ED5AD3B6-307B-2819-3546-D92F057F40E2}"/>
          </ac:picMkLst>
        </pc:picChg>
      </pc:sldChg>
      <pc:sldChg chg="del">
        <pc:chgData name="Кристина Смирнова" userId="7912996a749d8eda" providerId="LiveId" clId="{3438C33C-345B-40C9-886A-7DE2C2266B1F}" dt="2024-05-31T18:00:27.793" v="2495" actId="47"/>
        <pc:sldMkLst>
          <pc:docMk/>
          <pc:sldMk cId="0" sldId="273"/>
        </pc:sldMkLst>
      </pc:sldChg>
      <pc:sldChg chg="del">
        <pc:chgData name="Кристина Смирнова" userId="7912996a749d8eda" providerId="LiveId" clId="{3438C33C-345B-40C9-886A-7DE2C2266B1F}" dt="2024-05-31T18:00:31.322" v="2496" actId="47"/>
        <pc:sldMkLst>
          <pc:docMk/>
          <pc:sldMk cId="0" sldId="274"/>
        </pc:sldMkLst>
      </pc:sldChg>
      <pc:sldChg chg="addSp delSp modSp add del mod setBg">
        <pc:chgData name="Кристина Смирнова" userId="7912996a749d8eda" providerId="LiveId" clId="{3438C33C-345B-40C9-886A-7DE2C2266B1F}" dt="2024-06-16T19:18:18.260" v="4987" actId="113"/>
        <pc:sldMkLst>
          <pc:docMk/>
          <pc:sldMk cId="0" sldId="275"/>
        </pc:sldMkLst>
        <pc:spChg chg="mod">
          <ac:chgData name="Кристина Смирнова" userId="7912996a749d8eda" providerId="LiveId" clId="{3438C33C-345B-40C9-886A-7DE2C2266B1F}" dt="2024-05-31T19:37:57.931" v="2668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9:39:03.648" v="2679" actId="207"/>
          <ac:spMkLst>
            <pc:docMk/>
            <pc:sldMk cId="0" sldId="275"/>
            <ac:spMk id="6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9:39:03.648" v="2679" actId="207"/>
          <ac:spMkLst>
            <pc:docMk/>
            <pc:sldMk cId="0" sldId="275"/>
            <ac:spMk id="7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16T19:18:18.260" v="4987" actId="113"/>
          <ac:spMkLst>
            <pc:docMk/>
            <pc:sldMk cId="0" sldId="275"/>
            <ac:spMk id="8" creationId="{00000000-0000-0000-0000-000000000000}"/>
          </ac:spMkLst>
        </pc:spChg>
        <pc:spChg chg="mod topLvl">
          <ac:chgData name="Кристина Смирнова" userId="7912996a749d8eda" providerId="LiveId" clId="{3438C33C-345B-40C9-886A-7DE2C2266B1F}" dt="2024-05-31T23:06:27.183" v="4464" actId="113"/>
          <ac:spMkLst>
            <pc:docMk/>
            <pc:sldMk cId="0" sldId="275"/>
            <ac:spMk id="10" creationId="{00000000-0000-0000-0000-000000000000}"/>
          </ac:spMkLst>
        </pc:spChg>
        <pc:spChg chg="del topLvl">
          <ac:chgData name="Кристина Смирнова" userId="7912996a749d8eda" providerId="LiveId" clId="{3438C33C-345B-40C9-886A-7DE2C2266B1F}" dt="2024-05-31T19:37:18.823" v="2657" actId="478"/>
          <ac:spMkLst>
            <pc:docMk/>
            <pc:sldMk cId="0" sldId="275"/>
            <ac:spMk id="11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02T19:31:28.604" v="4971" actId="20577"/>
          <ac:spMkLst>
            <pc:docMk/>
            <pc:sldMk cId="0" sldId="275"/>
            <ac:spMk id="12" creationId="{00000000-0000-0000-0000-000000000000}"/>
          </ac:spMkLst>
        </pc:spChg>
        <pc:spChg chg="add mod">
          <ac:chgData name="Кристина Смирнова" userId="7912996a749d8eda" providerId="LiveId" clId="{3438C33C-345B-40C9-886A-7DE2C2266B1F}" dt="2024-05-31T23:01:39.605" v="4446" actId="207"/>
          <ac:spMkLst>
            <pc:docMk/>
            <pc:sldMk cId="0" sldId="275"/>
            <ac:spMk id="13" creationId="{F095C2AC-BD56-6E68-BD1D-0C1F3DE4D7B3}"/>
          </ac:spMkLst>
        </pc:spChg>
        <pc:spChg chg="del topLvl">
          <ac:chgData name="Кристина Смирнова" userId="7912996a749d8eda" providerId="LiveId" clId="{3438C33C-345B-40C9-886A-7DE2C2266B1F}" dt="2024-05-31T19:38:43.975" v="2674" actId="478"/>
          <ac:spMkLst>
            <pc:docMk/>
            <pc:sldMk cId="0" sldId="275"/>
            <ac:spMk id="14" creationId="{00000000-0000-0000-0000-000000000000}"/>
          </ac:spMkLst>
        </pc:spChg>
        <pc:spChg chg="add mod">
          <ac:chgData name="Кристина Смирнова" userId="7912996a749d8eda" providerId="LiveId" clId="{3438C33C-345B-40C9-886A-7DE2C2266B1F}" dt="2024-05-31T23:02:25.922" v="4454" actId="571"/>
          <ac:spMkLst>
            <pc:docMk/>
            <pc:sldMk cId="0" sldId="275"/>
            <ac:spMk id="14" creationId="{8DB6FBB1-0C5D-9588-86BC-25E62A6B7522}"/>
          </ac:spMkLst>
        </pc:spChg>
        <pc:spChg chg="del topLvl">
          <ac:chgData name="Кристина Смирнова" userId="7912996a749d8eda" providerId="LiveId" clId="{3438C33C-345B-40C9-886A-7DE2C2266B1F}" dt="2024-05-31T19:38:49.504" v="2675" actId="478"/>
          <ac:spMkLst>
            <pc:docMk/>
            <pc:sldMk cId="0" sldId="275"/>
            <ac:spMk id="15" creationId="{00000000-0000-0000-0000-000000000000}"/>
          </ac:spMkLst>
        </pc:spChg>
        <pc:spChg chg="add mod">
          <ac:chgData name="Кристина Смирнова" userId="7912996a749d8eda" providerId="LiveId" clId="{3438C33C-345B-40C9-886A-7DE2C2266B1F}" dt="2024-05-31T23:02:25.922" v="4454" actId="571"/>
          <ac:spMkLst>
            <pc:docMk/>
            <pc:sldMk cId="0" sldId="275"/>
            <ac:spMk id="15" creationId="{30660785-9BE0-622A-6CF7-D61EC615758C}"/>
          </ac:spMkLst>
        </pc:spChg>
        <pc:grpChg chg="del mod">
          <ac:chgData name="Кристина Смирнова" userId="7912996a749d8eda" providerId="LiveId" clId="{3438C33C-345B-40C9-886A-7DE2C2266B1F}" dt="2024-05-31T19:42:23.844" v="2694" actId="478"/>
          <ac:grpSpMkLst>
            <pc:docMk/>
            <pc:sldMk cId="0" sldId="275"/>
            <ac:grpSpMk id="3" creationId="{00000000-0000-0000-0000-000000000000}"/>
          </ac:grpSpMkLst>
        </pc:grpChg>
        <pc:grpChg chg="del mod">
          <ac:chgData name="Кристина Смирнова" userId="7912996a749d8eda" providerId="LiveId" clId="{3438C33C-345B-40C9-886A-7DE2C2266B1F}" dt="2024-05-31T19:39:16.036" v="2680" actId="478"/>
          <ac:grpSpMkLst>
            <pc:docMk/>
            <pc:sldMk cId="0" sldId="275"/>
            <ac:grpSpMk id="5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5-31T19:37:18.823" v="2657" actId="478"/>
          <ac:grpSpMkLst>
            <pc:docMk/>
            <pc:sldMk cId="0" sldId="275"/>
            <ac:grpSpMk id="9" creationId="{00000000-0000-0000-0000-000000000000}"/>
          </ac:grpSpMkLst>
        </pc:grpChg>
        <pc:grpChg chg="del">
          <ac:chgData name="Кристина Смирнова" userId="7912996a749d8eda" providerId="LiveId" clId="{3438C33C-345B-40C9-886A-7DE2C2266B1F}" dt="2024-05-31T19:38:43.975" v="2674" actId="478"/>
          <ac:grpSpMkLst>
            <pc:docMk/>
            <pc:sldMk cId="0" sldId="275"/>
            <ac:grpSpMk id="13" creationId="{00000000-0000-0000-0000-000000000000}"/>
          </ac:grpSpMkLst>
        </pc:grpChg>
        <pc:picChg chg="add del mod topLvl">
          <ac:chgData name="Кристина Смирнова" userId="7912996a749d8eda" providerId="LiveId" clId="{3438C33C-345B-40C9-886A-7DE2C2266B1F}" dt="2024-05-31T23:00:52.974" v="4439" actId="478"/>
          <ac:picMkLst>
            <pc:docMk/>
            <pc:sldMk cId="0" sldId="275"/>
            <ac:picMk id="4" creationId="{00000000-0000-0000-0000-000000000000}"/>
          </ac:picMkLst>
        </pc:picChg>
        <pc:picChg chg="add del mod modCrop">
          <ac:chgData name="Кристина Смирнова" userId="7912996a749d8eda" providerId="LiveId" clId="{3438C33C-345B-40C9-886A-7DE2C2266B1F}" dt="2024-05-31T22:58:08.858" v="4436" actId="1076"/>
          <ac:picMkLst>
            <pc:docMk/>
            <pc:sldMk cId="0" sldId="275"/>
            <ac:picMk id="5" creationId="{3E737134-05E2-DD20-6001-EC1D65FE6009}"/>
          </ac:picMkLst>
        </pc:picChg>
        <pc:picChg chg="add del mod modCrop">
          <ac:chgData name="Кристина Смирнова" userId="7912996a749d8eda" providerId="LiveId" clId="{3438C33C-345B-40C9-886A-7DE2C2266B1F}" dt="2024-05-31T22:58:05.037" v="4424" actId="1076"/>
          <ac:picMkLst>
            <pc:docMk/>
            <pc:sldMk cId="0" sldId="275"/>
            <ac:picMk id="7" creationId="{C6E41126-713F-E039-14B6-C4E556E6124B}"/>
          </ac:picMkLst>
        </pc:picChg>
        <pc:picChg chg="add del mod ord">
          <ac:chgData name="Кристина Смирнова" userId="7912996a749d8eda" providerId="LiveId" clId="{3438C33C-345B-40C9-886A-7DE2C2266B1F}" dt="2024-05-31T23:05:36.644" v="4456" actId="478"/>
          <ac:picMkLst>
            <pc:docMk/>
            <pc:sldMk cId="0" sldId="275"/>
            <ac:picMk id="11" creationId="{1CDDB602-131F-07D3-CE2D-1B2F84693E3E}"/>
          </ac:picMkLst>
        </pc:picChg>
        <pc:picChg chg="add mod ord">
          <ac:chgData name="Кристина Смирнова" userId="7912996a749d8eda" providerId="LiveId" clId="{3438C33C-345B-40C9-886A-7DE2C2266B1F}" dt="2024-05-31T23:06:02.314" v="4461" actId="170"/>
          <ac:picMkLst>
            <pc:docMk/>
            <pc:sldMk cId="0" sldId="275"/>
            <ac:picMk id="17" creationId="{317E47BB-AE3D-A4C9-12E2-519D0594644F}"/>
          </ac:picMkLst>
        </pc:picChg>
        <pc:picChg chg="add mod">
          <ac:chgData name="Кристина Смирнова" userId="7912996a749d8eda" providerId="LiveId" clId="{3438C33C-345B-40C9-886A-7DE2C2266B1F}" dt="2024-05-31T23:06:10.312" v="4463" actId="1076"/>
          <ac:picMkLst>
            <pc:docMk/>
            <pc:sldMk cId="0" sldId="275"/>
            <ac:picMk id="18" creationId="{42250C92-9469-4A98-41F2-59A510F6078B}"/>
          </ac:picMkLst>
        </pc:picChg>
        <pc:picChg chg="add del mod">
          <ac:chgData name="Кристина Смирнова" userId="7912996a749d8eda" providerId="LiveId" clId="{3438C33C-345B-40C9-886A-7DE2C2266B1F}" dt="2024-05-31T19:43:09.710" v="2705" actId="14100"/>
          <ac:picMkLst>
            <pc:docMk/>
            <pc:sldMk cId="0" sldId="275"/>
            <ac:picMk id="19" creationId="{2F6FC532-C24E-69B1-F973-44A0DB1348AB}"/>
          </ac:picMkLst>
        </pc:picChg>
      </pc:sldChg>
      <pc:sldChg chg="del">
        <pc:chgData name="Кристина Смирнова" userId="7912996a749d8eda" providerId="LiveId" clId="{3438C33C-345B-40C9-886A-7DE2C2266B1F}" dt="2024-05-31T18:21:12.186" v="2502" actId="47"/>
        <pc:sldMkLst>
          <pc:docMk/>
          <pc:sldMk cId="0" sldId="276"/>
        </pc:sldMkLst>
      </pc:sldChg>
      <pc:sldChg chg="del">
        <pc:chgData name="Кристина Смирнова" userId="7912996a749d8eda" providerId="LiveId" clId="{3438C33C-345B-40C9-886A-7DE2C2266B1F}" dt="2024-05-31T18:21:11.530" v="2501" actId="47"/>
        <pc:sldMkLst>
          <pc:docMk/>
          <pc:sldMk cId="0" sldId="277"/>
        </pc:sldMkLst>
      </pc:sldChg>
      <pc:sldChg chg="del">
        <pc:chgData name="Кристина Смирнова" userId="7912996a749d8eda" providerId="LiveId" clId="{3438C33C-345B-40C9-886A-7DE2C2266B1F}" dt="2024-05-31T18:21:11.181" v="2500" actId="47"/>
        <pc:sldMkLst>
          <pc:docMk/>
          <pc:sldMk cId="0" sldId="278"/>
        </pc:sldMkLst>
      </pc:sldChg>
      <pc:sldChg chg="del ord">
        <pc:chgData name="Кристина Смирнова" userId="7912996a749d8eda" providerId="LiveId" clId="{3438C33C-345B-40C9-886A-7DE2C2266B1F}" dt="2024-05-31T18:00:18.102" v="2489" actId="47"/>
        <pc:sldMkLst>
          <pc:docMk/>
          <pc:sldMk cId="0" sldId="279"/>
        </pc:sldMkLst>
      </pc:sldChg>
      <pc:sldChg chg="del">
        <pc:chgData name="Кристина Смирнова" userId="7912996a749d8eda" providerId="LiveId" clId="{3438C33C-345B-40C9-886A-7DE2C2266B1F}" dt="2024-05-31T18:21:10.897" v="2499" actId="47"/>
        <pc:sldMkLst>
          <pc:docMk/>
          <pc:sldMk cId="0" sldId="280"/>
        </pc:sldMkLst>
      </pc:sldChg>
      <pc:sldChg chg="addSp delSp modSp add del mod">
        <pc:chgData name="Кристина Смирнова" userId="7912996a749d8eda" providerId="LiveId" clId="{3438C33C-345B-40C9-886A-7DE2C2266B1F}" dt="2024-06-16T19:18:06.968" v="4985" actId="113"/>
        <pc:sldMkLst>
          <pc:docMk/>
          <pc:sldMk cId="0" sldId="281"/>
        </pc:sldMkLst>
        <pc:spChg chg="mod">
          <ac:chgData name="Кристина Смирнова" userId="7912996a749d8eda" providerId="LiveId" clId="{3438C33C-345B-40C9-886A-7DE2C2266B1F}" dt="2024-06-02T18:49:24.286" v="4620" actId="20577"/>
          <ac:spMkLst>
            <pc:docMk/>
            <pc:sldMk cId="0" sldId="281"/>
            <ac:spMk id="2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2:35:47.414" v="4292" actId="20577"/>
          <ac:spMkLst>
            <pc:docMk/>
            <pc:sldMk cId="0" sldId="281"/>
            <ac:spMk id="3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2:26:09.446" v="4194" actId="20577"/>
          <ac:spMkLst>
            <pc:docMk/>
            <pc:sldMk cId="0" sldId="281"/>
            <ac:spMk id="4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2:29:14.253" v="4256" actId="20577"/>
          <ac:spMkLst>
            <pc:docMk/>
            <pc:sldMk cId="0" sldId="281"/>
            <ac:spMk id="5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2:35:53.282" v="4295" actId="20577"/>
          <ac:spMkLst>
            <pc:docMk/>
            <pc:sldMk cId="0" sldId="281"/>
            <ac:spMk id="6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2:30:05.506" v="4258" actId="1076"/>
          <ac:spMkLst>
            <pc:docMk/>
            <pc:sldMk cId="0" sldId="281"/>
            <ac:spMk id="7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2:05:52.141" v="3782" actId="1076"/>
          <ac:spMkLst>
            <pc:docMk/>
            <pc:sldMk cId="0" sldId="281"/>
            <ac:spMk id="13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2:07:44.190" v="3809" actId="107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22:07:47.809" v="3810" actId="1076"/>
          <ac:spMkLst>
            <pc:docMk/>
            <pc:sldMk cId="0" sldId="281"/>
            <ac:spMk id="15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9:26:59.977" v="2609" actId="1076"/>
          <ac:spMkLst>
            <pc:docMk/>
            <pc:sldMk cId="0" sldId="281"/>
            <ac:spMk id="16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6-16T19:18:06.968" v="4985" actId="113"/>
          <ac:spMkLst>
            <pc:docMk/>
            <pc:sldMk cId="0" sldId="281"/>
            <ac:spMk id="17" creationId="{00000000-0000-0000-0000-000000000000}"/>
          </ac:spMkLst>
        </pc:spChg>
        <pc:spChg chg="del">
          <ac:chgData name="Кристина Смирнова" userId="7912996a749d8eda" providerId="LiveId" clId="{3438C33C-345B-40C9-886A-7DE2C2266B1F}" dt="2024-05-31T19:26:20.766" v="2584" actId="478"/>
          <ac:spMkLst>
            <pc:docMk/>
            <pc:sldMk cId="0" sldId="281"/>
            <ac:spMk id="18" creationId="{00000000-0000-0000-0000-000000000000}"/>
          </ac:spMkLst>
        </pc:spChg>
        <pc:spChg chg="mod">
          <ac:chgData name="Кристина Смирнова" userId="7912996a749d8eda" providerId="LiveId" clId="{3438C33C-345B-40C9-886A-7DE2C2266B1F}" dt="2024-05-31T19:31:40.596" v="2628" actId="207"/>
          <ac:spMkLst>
            <pc:docMk/>
            <pc:sldMk cId="0" sldId="281"/>
            <ac:spMk id="20" creationId="{45BC7A00-6BC6-7740-D928-8973F4670D9D}"/>
          </ac:spMkLst>
        </pc:spChg>
        <pc:spChg chg="add mod">
          <ac:chgData name="Кристина Смирнова" userId="7912996a749d8eda" providerId="LiveId" clId="{3438C33C-345B-40C9-886A-7DE2C2266B1F}" dt="2024-06-02T19:31:10.550" v="4961" actId="20577"/>
          <ac:spMkLst>
            <pc:docMk/>
            <pc:sldMk cId="0" sldId="281"/>
            <ac:spMk id="20" creationId="{5B2FCEE7-4049-D46F-9CA7-52B3DEB6E0FC}"/>
          </ac:spMkLst>
        </pc:spChg>
        <pc:grpChg chg="add del mod">
          <ac:chgData name="Кристина Смирнова" userId="7912996a749d8eda" providerId="LiveId" clId="{3438C33C-345B-40C9-886A-7DE2C2266B1F}" dt="2024-05-31T19:31:55.083" v="2629" actId="478"/>
          <ac:grpSpMkLst>
            <pc:docMk/>
            <pc:sldMk cId="0" sldId="281"/>
            <ac:grpSpMk id="19" creationId="{0D78F3BE-153A-B9EC-8C55-500AD6145BD4}"/>
          </ac:grpSpMkLst>
        </pc:grpChg>
        <pc:graphicFrameChg chg="add mod">
          <ac:chgData name="Кристина Смирнова" userId="7912996a749d8eda" providerId="LiveId" clId="{3438C33C-345B-40C9-886A-7DE2C2266B1F}" dt="2024-05-31T23:26:20.471" v="4469"/>
          <ac:graphicFrameMkLst>
            <pc:docMk/>
            <pc:sldMk cId="0" sldId="281"/>
            <ac:graphicFrameMk id="18" creationId="{1CDD0060-476B-5AA2-DB94-6DB1A66D8CF5}"/>
          </ac:graphicFrameMkLst>
        </pc:graphicFrameChg>
        <pc:graphicFrameChg chg="add mod">
          <ac:chgData name="Кристина Смирнова" userId="7912996a749d8eda" providerId="LiveId" clId="{3438C33C-345B-40C9-886A-7DE2C2266B1F}" dt="2024-05-31T23:26:33.320" v="4471"/>
          <ac:graphicFrameMkLst>
            <pc:docMk/>
            <pc:sldMk cId="0" sldId="281"/>
            <ac:graphicFrameMk id="19" creationId="{D59AB914-4A7E-BEFB-923F-156D3B89C7DD}"/>
          </ac:graphicFrameMkLst>
        </pc:graphicFrameChg>
        <pc:picChg chg="add mod">
          <ac:chgData name="Кристина Смирнова" userId="7912996a749d8eda" providerId="LiveId" clId="{3438C33C-345B-40C9-886A-7DE2C2266B1F}" dt="2024-05-31T19:35:04.016" v="2632" actId="196"/>
          <ac:picMkLst>
            <pc:docMk/>
            <pc:sldMk cId="0" sldId="281"/>
            <ac:picMk id="22" creationId="{D09B243B-B528-02F5-9130-7681855A9847}"/>
          </ac:picMkLst>
        </pc:picChg>
      </pc:sldChg>
      <pc:sldChg chg="new del">
        <pc:chgData name="Кристина Смирнова" userId="7912996a749d8eda" providerId="LiveId" clId="{3438C33C-345B-40C9-886A-7DE2C2266B1F}" dt="2024-06-01T18:07:34.356" v="4525" actId="680"/>
        <pc:sldMkLst>
          <pc:docMk/>
          <pc:sldMk cId="2417354261" sldId="282"/>
        </pc:sldMkLst>
      </pc:sldChg>
      <pc:sldChg chg="new del">
        <pc:chgData name="Кристина Смирнова" userId="7912996a749d8eda" providerId="LiveId" clId="{3438C33C-345B-40C9-886A-7DE2C2266B1F}" dt="2024-06-01T18:07:34.118" v="4524" actId="680"/>
        <pc:sldMkLst>
          <pc:docMk/>
          <pc:sldMk cId="1597328608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A213E-A02B-4999-A232-3F2A6F50B808}" type="datetimeFigureOut">
              <a:rPr lang="ru-RU" smtClean="0"/>
              <a:t>16.06.2024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99F5C-5202-415B-BEAF-D0B349E01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85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99F5C-5202-415B-BEAF-D0B349E010F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175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99F5C-5202-415B-BEAF-D0B349E010F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13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99F5C-5202-415B-BEAF-D0B349E010F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182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99F5C-5202-415B-BEAF-D0B349E010F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82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69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515161">
            <a:off x="615804" y="1081927"/>
            <a:ext cx="10391148" cy="10277791"/>
          </a:xfrm>
          <a:custGeom>
            <a:avLst/>
            <a:gdLst/>
            <a:ahLst/>
            <a:cxnLst/>
            <a:rect l="l" t="t" r="r" b="b"/>
            <a:pathLst>
              <a:path w="7941718" h="7941718">
                <a:moveTo>
                  <a:pt x="0" y="0"/>
                </a:moveTo>
                <a:lnTo>
                  <a:pt x="7941718" y="0"/>
                </a:lnTo>
                <a:lnTo>
                  <a:pt x="7941718" y="7941718"/>
                </a:lnTo>
                <a:lnTo>
                  <a:pt x="0" y="7941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0" y="0"/>
            <a:ext cx="18288000" cy="23241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7" name="Group 7"/>
          <p:cNvGrpSpPr/>
          <p:nvPr/>
        </p:nvGrpSpPr>
        <p:grpSpPr>
          <a:xfrm>
            <a:off x="7467600" y="3477692"/>
            <a:ext cx="12102233" cy="6431819"/>
            <a:chOff x="409111" y="1529749"/>
            <a:chExt cx="14677382" cy="18149559"/>
          </a:xfrm>
        </p:grpSpPr>
        <p:sp>
          <p:nvSpPr>
            <p:cNvPr id="8" name="TextBox 8"/>
            <p:cNvSpPr txBox="1"/>
            <p:nvPr/>
          </p:nvSpPr>
          <p:spPr>
            <a:xfrm>
              <a:off x="5673461" y="14815730"/>
              <a:ext cx="9413032" cy="48635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spcBef>
                  <a:spcPct val="0"/>
                </a:spcBef>
              </a:pPr>
              <a:r>
                <a:rPr lang="ru-RU" sz="2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Студентка группы ИП-20-3</a:t>
              </a:r>
            </a:p>
            <a:p>
              <a:pPr marL="0" lvl="0" indent="0" algn="l">
                <a:spcBef>
                  <a:spcPct val="0"/>
                </a:spcBef>
              </a:pPr>
              <a:r>
                <a:rPr lang="ru-RU" sz="2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Смирнова Кристина Алексеевна</a:t>
              </a:r>
            </a:p>
            <a:p>
              <a:pPr marL="0" lvl="0" indent="0" algn="l">
                <a:spcBef>
                  <a:spcPct val="0"/>
                </a:spcBef>
              </a:pPr>
              <a:r>
                <a:rPr lang="ru-RU" sz="2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Руководитель дипломного проекта:</a:t>
              </a:r>
            </a:p>
            <a:p>
              <a:pPr marL="0" lvl="0" indent="0" algn="l">
                <a:spcBef>
                  <a:spcPct val="0"/>
                </a:spcBef>
              </a:pPr>
              <a:r>
                <a:rPr lang="ru-RU" sz="2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Левит Людмила Вульфовна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9111" y="1529749"/>
              <a:ext cx="13109594" cy="93797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ru-RU" sz="5400" b="1" spc="-120" dirty="0">
                  <a:solidFill>
                    <a:srgbClr val="FFFFFF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Разработка и создание веб-платформы для питомника, специализирующегося на разведении кошек</a:t>
              </a:r>
              <a:endParaRPr lang="en-US" sz="5400" b="1" spc="-120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endParaRPr>
            </a:p>
          </p:txBody>
        </p:sp>
      </p:grpSp>
      <p:grpSp>
        <p:nvGrpSpPr>
          <p:cNvPr id="39" name="Group 4">
            <a:extLst>
              <a:ext uri="{FF2B5EF4-FFF2-40B4-BE49-F238E27FC236}">
                <a16:creationId xmlns:a16="http://schemas.microsoft.com/office/drawing/2014/main" id="{7125C227-6EB6-824A-7F1D-F96C0F61AD75}"/>
              </a:ext>
            </a:extLst>
          </p:cNvPr>
          <p:cNvGrpSpPr/>
          <p:nvPr/>
        </p:nvGrpSpPr>
        <p:grpSpPr>
          <a:xfrm>
            <a:off x="253293" y="1162050"/>
            <a:ext cx="6780670" cy="6577829"/>
            <a:chOff x="0" y="0"/>
            <a:chExt cx="5943600" cy="5765800"/>
          </a:xfrm>
          <a:blipFill>
            <a:blip r:embed="rId5"/>
            <a:stretch>
              <a:fillRect/>
            </a:stretch>
          </a:blip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46711B1A-F04E-B61F-69AD-E8E4C032588B}"/>
                </a:ext>
              </a:extLst>
            </p:cNvPr>
            <p:cNvSpPr/>
            <p:nvPr/>
          </p:nvSpPr>
          <p:spPr>
            <a:xfrm>
              <a:off x="0" y="0"/>
              <a:ext cx="5943600" cy="5765800"/>
            </a:xfrm>
            <a:custGeom>
              <a:avLst/>
              <a:gdLst/>
              <a:ahLst/>
              <a:cxnLst/>
              <a:rect l="l" t="t" r="r" b="b"/>
              <a:pathLst>
                <a:path w="5943600" h="5765800">
                  <a:moveTo>
                    <a:pt x="4222750" y="5765800"/>
                  </a:moveTo>
                  <a:cubicBezTo>
                    <a:pt x="3751580" y="5765800"/>
                    <a:pt x="3295650" y="5568950"/>
                    <a:pt x="2971800" y="5226050"/>
                  </a:cubicBezTo>
                  <a:cubicBezTo>
                    <a:pt x="2647950" y="5568950"/>
                    <a:pt x="2192020" y="5765800"/>
                    <a:pt x="1720850" y="5765800"/>
                  </a:cubicBezTo>
                  <a:cubicBezTo>
                    <a:pt x="772160" y="5765800"/>
                    <a:pt x="0" y="4993640"/>
                    <a:pt x="0" y="4044950"/>
                  </a:cubicBezTo>
                  <a:cubicBezTo>
                    <a:pt x="0" y="3613150"/>
                    <a:pt x="160020" y="3200400"/>
                    <a:pt x="452120" y="2882900"/>
                  </a:cubicBezTo>
                  <a:cubicBezTo>
                    <a:pt x="160020" y="2565400"/>
                    <a:pt x="0" y="2152650"/>
                    <a:pt x="0" y="1720850"/>
                  </a:cubicBezTo>
                  <a:cubicBezTo>
                    <a:pt x="0" y="772160"/>
                    <a:pt x="772160" y="0"/>
                    <a:pt x="1720850" y="0"/>
                  </a:cubicBezTo>
                  <a:cubicBezTo>
                    <a:pt x="2192020" y="0"/>
                    <a:pt x="2647950" y="196850"/>
                    <a:pt x="2971800" y="539750"/>
                  </a:cubicBezTo>
                  <a:cubicBezTo>
                    <a:pt x="3295650" y="196850"/>
                    <a:pt x="3751580" y="0"/>
                    <a:pt x="4222750" y="0"/>
                  </a:cubicBezTo>
                  <a:cubicBezTo>
                    <a:pt x="5171440" y="0"/>
                    <a:pt x="5943600" y="772160"/>
                    <a:pt x="5943600" y="1720850"/>
                  </a:cubicBezTo>
                  <a:cubicBezTo>
                    <a:pt x="5943600" y="2152650"/>
                    <a:pt x="5783580" y="2565400"/>
                    <a:pt x="5491480" y="2882900"/>
                  </a:cubicBezTo>
                  <a:cubicBezTo>
                    <a:pt x="5782310" y="3200400"/>
                    <a:pt x="5943600" y="3613150"/>
                    <a:pt x="5943600" y="4044950"/>
                  </a:cubicBezTo>
                  <a:cubicBezTo>
                    <a:pt x="5943600" y="4993640"/>
                    <a:pt x="5171440" y="5765800"/>
                    <a:pt x="4222750" y="576580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CDB29E8-FB99-5476-725E-FF2BB20816B2}"/>
              </a:ext>
            </a:extLst>
          </p:cNvPr>
          <p:cNvSpPr txBox="1"/>
          <p:nvPr/>
        </p:nvSpPr>
        <p:spPr>
          <a:xfrm>
            <a:off x="4021016" y="377489"/>
            <a:ext cx="10245968" cy="128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open Sans MS"/>
                <a:ea typeface="Times New Roman" panose="02020603050405020304" pitchFamily="18" charset="0"/>
              </a:rPr>
              <a:t>Правительство Санкт-Петербурга Комитет по науке и высшей школе</a:t>
            </a:r>
            <a:endParaRPr lang="ru-RU" sz="1600" dirty="0">
              <a:effectLst/>
              <a:latin typeface="open Sans MS"/>
              <a:ea typeface="Times New Roman" panose="02020603050405020304" pitchFamily="18" charset="0"/>
            </a:endParaRPr>
          </a:p>
          <a:p>
            <a:pPr marL="1261110" marR="1308100" algn="ctr">
              <a:lnSpc>
                <a:spcPct val="115000"/>
              </a:lnSpc>
              <a:spcAft>
                <a:spcPts val="0"/>
              </a:spcAft>
            </a:pPr>
            <a:r>
              <a:rPr lang="ru-RU" sz="1800" dirty="0">
                <a:effectLst/>
                <a:latin typeface="open Sans MS"/>
                <a:ea typeface="Times New Roman" panose="02020603050405020304" pitchFamily="18" charset="0"/>
              </a:rPr>
              <a:t>Санкт-Петербургское государственное бюджетное</a:t>
            </a:r>
            <a:r>
              <a:rPr lang="ru-RU" sz="1800" spc="-285" dirty="0">
                <a:effectLst/>
                <a:latin typeface="open Sans MS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open Sans MS"/>
                <a:ea typeface="Times New Roman" panose="02020603050405020304" pitchFamily="18" charset="0"/>
              </a:rPr>
              <a:t>профессиональное</a:t>
            </a:r>
            <a:r>
              <a:rPr lang="ru-RU" sz="1800" spc="-20" dirty="0">
                <a:effectLst/>
                <a:latin typeface="open Sans MS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open Sans MS"/>
                <a:ea typeface="Times New Roman" panose="02020603050405020304" pitchFamily="18" charset="0"/>
              </a:rPr>
              <a:t>образовательное</a:t>
            </a:r>
            <a:r>
              <a:rPr lang="ru-RU" sz="1800" spc="-5" dirty="0">
                <a:effectLst/>
                <a:latin typeface="open Sans MS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open Sans MS"/>
                <a:ea typeface="Times New Roman" panose="02020603050405020304" pitchFamily="18" charset="0"/>
              </a:rPr>
              <a:t>учреждение</a:t>
            </a:r>
          </a:p>
          <a:p>
            <a:pPr marL="1262380" marR="1308100" algn="ctr">
              <a:spcAft>
                <a:spcPts val="0"/>
              </a:spcAft>
              <a:tabLst>
                <a:tab pos="1792288" algn="l"/>
              </a:tabLst>
            </a:pPr>
            <a:r>
              <a:rPr lang="ru-RU" sz="1800" dirty="0">
                <a:effectLst/>
                <a:latin typeface="open Sans MS"/>
                <a:ea typeface="Times New Roman" panose="02020603050405020304" pitchFamily="18" charset="0"/>
              </a:rPr>
              <a:t>«Политехнический</a:t>
            </a:r>
            <a:r>
              <a:rPr lang="ru-RU" sz="1800" spc="-25" dirty="0">
                <a:effectLst/>
                <a:latin typeface="open Sans MS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open Sans MS"/>
                <a:ea typeface="Times New Roman" panose="02020603050405020304" pitchFamily="18" charset="0"/>
              </a:rPr>
              <a:t>колледж</a:t>
            </a:r>
            <a:r>
              <a:rPr lang="ru-RU" sz="1800" spc="-20" dirty="0">
                <a:effectLst/>
                <a:latin typeface="open Sans MS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open Sans MS"/>
                <a:ea typeface="Times New Roman" panose="02020603050405020304" pitchFamily="18" charset="0"/>
              </a:rPr>
              <a:t>городского</a:t>
            </a:r>
            <a:r>
              <a:rPr lang="ru-RU" sz="1800" spc="-25" dirty="0">
                <a:effectLst/>
                <a:latin typeface="open Sans MS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open Sans MS"/>
                <a:ea typeface="Times New Roman" panose="02020603050405020304" pitchFamily="18" charset="0"/>
              </a:rPr>
              <a:t>хозяйства»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B7F4350-2233-86EB-984C-B47BE969A4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2079" y="457288"/>
            <a:ext cx="4063492" cy="14095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634887">
            <a:off x="2593322" y="7280484"/>
            <a:ext cx="7941718" cy="7941718"/>
          </a:xfrm>
          <a:custGeom>
            <a:avLst/>
            <a:gdLst/>
            <a:ahLst/>
            <a:cxnLst/>
            <a:rect l="l" t="t" r="r" b="b"/>
            <a:pathLst>
              <a:path w="7941718" h="7941718">
                <a:moveTo>
                  <a:pt x="0" y="0"/>
                </a:moveTo>
                <a:lnTo>
                  <a:pt x="7941718" y="0"/>
                </a:lnTo>
                <a:lnTo>
                  <a:pt x="7941718" y="7941718"/>
                </a:lnTo>
                <a:lnTo>
                  <a:pt x="0" y="7941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52525"/>
            <a:ext cx="13201175" cy="93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ru-RU" sz="7200" b="1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АКТУАЛЬНОСТЬ</a:t>
            </a:r>
            <a:endParaRPr lang="en-US" sz="7200" b="1" dirty="0">
              <a:solidFill>
                <a:srgbClr val="FFFFFF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1080" y="3009834"/>
            <a:ext cx="9548274" cy="7097650"/>
            <a:chOff x="0" y="1"/>
            <a:chExt cx="9225038" cy="7429434"/>
          </a:xfrm>
        </p:grpSpPr>
        <p:sp>
          <p:nvSpPr>
            <p:cNvPr id="5" name="TextBox 5"/>
            <p:cNvSpPr txBox="1"/>
            <p:nvPr/>
          </p:nvSpPr>
          <p:spPr>
            <a:xfrm>
              <a:off x="0" y="812124"/>
              <a:ext cx="9177247" cy="661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60000" algn="l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ru-RU" sz="3200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На российском рынке практически отсутствуют специализированные сайты, предлагающие удобные, современные и надежные методы для бронирования и покупки питомцев </a:t>
              </a:r>
              <a:r>
                <a:rPr lang="ru-RU" sz="3200" b="1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всех</a:t>
              </a:r>
              <a:r>
                <a:rPr lang="ru-RU" sz="3200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пород кошек</a:t>
              </a:r>
            </a:p>
            <a:p>
              <a:pPr marL="342900" lvl="0" indent="-360000" algn="l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endParaRPr lang="ru-RU" sz="3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342900" lvl="0" indent="-360000" algn="l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ru-RU" sz="3200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Имеющиеся сайты данной тематики посвящены только</a:t>
              </a:r>
              <a:r>
                <a:rPr lang="ru-RU" sz="3200" b="1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одной </a:t>
              </a:r>
              <a:r>
                <a:rPr lang="ru-RU" sz="3200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породе</a:t>
              </a:r>
            </a:p>
            <a:p>
              <a:pPr marL="342900" lvl="0" indent="-342900" algn="l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"/>
              <a:ext cx="9225038" cy="4670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ru-RU" sz="3600" dirty="0">
                  <a:solidFill>
                    <a:srgbClr val="FFFFFF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Причины актуальности проекта</a:t>
              </a:r>
              <a:r>
                <a:rPr lang="en-US" sz="3600" dirty="0">
                  <a:solidFill>
                    <a:srgbClr val="FFFFFF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:</a:t>
              </a:r>
              <a:endParaRPr lang="ru-RU" sz="3600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0" y="2387517"/>
            <a:ext cx="18489533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6811368" y="1036919"/>
            <a:ext cx="44793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en-US" sz="2200" dirty="0">
                <a:solidFill>
                  <a:srgbClr val="FFFFFF"/>
                </a:solidFill>
                <a:latin typeface="Fira Sans Semi-Bold"/>
              </a:rPr>
              <a:t>02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414FAF8-844B-AB21-5498-B911040A4E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741" r="14300" b="9286"/>
          <a:stretch/>
        </p:blipFill>
        <p:spPr>
          <a:xfrm>
            <a:off x="11662410" y="2870711"/>
            <a:ext cx="5727027" cy="318789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D5AD3B6-307B-2819-3546-D92F057F40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880"/>
          <a:stretch/>
        </p:blipFill>
        <p:spPr>
          <a:xfrm>
            <a:off x="11658600" y="6362700"/>
            <a:ext cx="5722361" cy="33758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691401" y="0"/>
            <a:ext cx="9596599" cy="10314214"/>
          </a:xfrm>
          <a:prstGeom prst="rect">
            <a:avLst/>
          </a:prstGeom>
          <a:solidFill>
            <a:srgbClr val="FF862F"/>
          </a:solidFill>
        </p:spPr>
      </p:sp>
      <p:sp>
        <p:nvSpPr>
          <p:cNvPr id="3" name="Freeform 3"/>
          <p:cNvSpPr/>
          <p:nvPr/>
        </p:nvSpPr>
        <p:spPr>
          <a:xfrm rot="1588731">
            <a:off x="9401588" y="-342208"/>
            <a:ext cx="7285903" cy="7285903"/>
          </a:xfrm>
          <a:custGeom>
            <a:avLst/>
            <a:gdLst/>
            <a:ahLst/>
            <a:cxnLst/>
            <a:rect l="l" t="t" r="r" b="b"/>
            <a:pathLst>
              <a:path w="7285903" h="7285903">
                <a:moveTo>
                  <a:pt x="0" y="0"/>
                </a:moveTo>
                <a:lnTo>
                  <a:pt x="7285903" y="0"/>
                </a:lnTo>
                <a:lnTo>
                  <a:pt x="7285903" y="7285903"/>
                </a:lnTo>
                <a:lnTo>
                  <a:pt x="0" y="7285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591800" y="2095500"/>
            <a:ext cx="8926906" cy="8659861"/>
            <a:chOff x="0" y="0"/>
            <a:chExt cx="5943600" cy="5765800"/>
          </a:xfrm>
          <a:blipFill>
            <a:blip r:embed="rId4"/>
            <a:stretch>
              <a:fillRect/>
            </a:stretch>
          </a:blip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5943600" cy="5765800"/>
            </a:xfrm>
            <a:custGeom>
              <a:avLst/>
              <a:gdLst/>
              <a:ahLst/>
              <a:cxnLst/>
              <a:rect l="l" t="t" r="r" b="b"/>
              <a:pathLst>
                <a:path w="5943600" h="5765800">
                  <a:moveTo>
                    <a:pt x="4222750" y="5765800"/>
                  </a:moveTo>
                  <a:cubicBezTo>
                    <a:pt x="3751580" y="5765800"/>
                    <a:pt x="3295650" y="5568950"/>
                    <a:pt x="2971800" y="5226050"/>
                  </a:cubicBezTo>
                  <a:cubicBezTo>
                    <a:pt x="2647950" y="5568950"/>
                    <a:pt x="2192020" y="5765800"/>
                    <a:pt x="1720850" y="5765800"/>
                  </a:cubicBezTo>
                  <a:cubicBezTo>
                    <a:pt x="772160" y="5765800"/>
                    <a:pt x="0" y="4993640"/>
                    <a:pt x="0" y="4044950"/>
                  </a:cubicBezTo>
                  <a:cubicBezTo>
                    <a:pt x="0" y="3613150"/>
                    <a:pt x="160020" y="3200400"/>
                    <a:pt x="452120" y="2882900"/>
                  </a:cubicBezTo>
                  <a:cubicBezTo>
                    <a:pt x="160020" y="2565400"/>
                    <a:pt x="0" y="2152650"/>
                    <a:pt x="0" y="1720850"/>
                  </a:cubicBezTo>
                  <a:cubicBezTo>
                    <a:pt x="0" y="772160"/>
                    <a:pt x="772160" y="0"/>
                    <a:pt x="1720850" y="0"/>
                  </a:cubicBezTo>
                  <a:cubicBezTo>
                    <a:pt x="2192020" y="0"/>
                    <a:pt x="2647950" y="196850"/>
                    <a:pt x="2971800" y="539750"/>
                  </a:cubicBezTo>
                  <a:cubicBezTo>
                    <a:pt x="3295650" y="196850"/>
                    <a:pt x="3751580" y="0"/>
                    <a:pt x="4222750" y="0"/>
                  </a:cubicBezTo>
                  <a:cubicBezTo>
                    <a:pt x="5171440" y="0"/>
                    <a:pt x="5943600" y="772160"/>
                    <a:pt x="5943600" y="1720850"/>
                  </a:cubicBezTo>
                  <a:cubicBezTo>
                    <a:pt x="5943600" y="2152650"/>
                    <a:pt x="5783580" y="2565400"/>
                    <a:pt x="5491480" y="2882900"/>
                  </a:cubicBezTo>
                  <a:cubicBezTo>
                    <a:pt x="5782310" y="3200400"/>
                    <a:pt x="5943600" y="3613150"/>
                    <a:pt x="5943600" y="4044950"/>
                  </a:cubicBezTo>
                  <a:cubicBezTo>
                    <a:pt x="5943600" y="4993640"/>
                    <a:pt x="5171440" y="5765800"/>
                    <a:pt x="4222750" y="576580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7" name="TextBox 7"/>
          <p:cNvSpPr txBox="1"/>
          <p:nvPr/>
        </p:nvSpPr>
        <p:spPr>
          <a:xfrm>
            <a:off x="1099052" y="2095500"/>
            <a:ext cx="6469007" cy="93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ru-RU" sz="7200" b="1" dirty="0">
                <a:solidFill>
                  <a:srgbClr val="000000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ЦЕЛЬ</a:t>
            </a:r>
            <a:endParaRPr lang="en-US" sz="7200" b="1" dirty="0">
              <a:solidFill>
                <a:srgbClr val="000000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66395" y="3328953"/>
            <a:ext cx="7119877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600" dirty="0">
                <a:solidFill>
                  <a:srgbClr val="000000"/>
                </a:solidFill>
                <a:latin typeface="Open Sans"/>
              </a:rPr>
              <a:t>Разработать и создать эффективную и удобную веб-платформу для питомника, специализирующегося на разведении кошек, для оптимизации управления разведением и взаимодействия с клиентами.</a:t>
            </a:r>
            <a:endParaRPr lang="en-US" sz="36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811368" y="1038225"/>
            <a:ext cx="44793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en-US" sz="2200" dirty="0">
                <a:solidFill>
                  <a:srgbClr val="FFFFFF"/>
                </a:solidFill>
                <a:latin typeface="Fira Sans Semi-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1" y="4914900"/>
            <a:ext cx="18360451" cy="537921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ru-RU" dirty="0"/>
          </a:p>
        </p:txBody>
      </p:sp>
      <p:grpSp>
        <p:nvGrpSpPr>
          <p:cNvPr id="6" name="Group 6"/>
          <p:cNvGrpSpPr/>
          <p:nvPr/>
        </p:nvGrpSpPr>
        <p:grpSpPr>
          <a:xfrm>
            <a:off x="191593" y="5623323"/>
            <a:ext cx="5096970" cy="4287137"/>
            <a:chOff x="-569241" y="20827"/>
            <a:chExt cx="6430399" cy="5716182"/>
          </a:xfrm>
        </p:grpSpPr>
        <p:sp>
          <p:nvSpPr>
            <p:cNvPr id="7" name="TextBox 7"/>
            <p:cNvSpPr txBox="1"/>
            <p:nvPr/>
          </p:nvSpPr>
          <p:spPr>
            <a:xfrm>
              <a:off x="-394879" y="20827"/>
              <a:ext cx="5861158" cy="6230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9"/>
                </a:lnSpc>
                <a:spcBef>
                  <a:spcPct val="0"/>
                </a:spcBef>
              </a:pPr>
              <a:r>
                <a:rPr lang="en-US" sz="4400" dirty="0">
                  <a:solidFill>
                    <a:srgbClr val="000000"/>
                  </a:solidFill>
                  <a:latin typeface="HK Grotesk Medium"/>
                </a:rPr>
                <a:t>Frontend</a:t>
              </a:r>
              <a:endParaRPr lang="en-US" sz="3600" u="none" dirty="0">
                <a:solidFill>
                  <a:srgbClr val="000000"/>
                </a:solidFill>
                <a:latin typeface="HK Grotesk Medium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569241" y="917571"/>
              <a:ext cx="6430399" cy="4819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  <a:buSzPct val="120000"/>
              </a:pPr>
              <a:r>
                <a:rPr lang="ru-RU" sz="3200" u="none" dirty="0">
                  <a:solidFill>
                    <a:srgbClr val="000000"/>
                  </a:solidFill>
                  <a:latin typeface="Open Sans"/>
                </a:rPr>
                <a:t>Разработан веб-интерфейс для управления информацией о котятах и породах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03595" y="5586335"/>
            <a:ext cx="4670038" cy="4309901"/>
            <a:chOff x="0" y="-9525"/>
            <a:chExt cx="6226718" cy="574653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5861158" cy="6230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9"/>
                </a:lnSpc>
                <a:spcBef>
                  <a:spcPct val="0"/>
                </a:spcBef>
              </a:pPr>
              <a:r>
                <a:rPr lang="en-US" sz="4400" dirty="0">
                  <a:solidFill>
                    <a:srgbClr val="000000"/>
                  </a:solidFill>
                  <a:latin typeface="HK Grotesk Medium"/>
                </a:rPr>
                <a:t>Security</a:t>
              </a:r>
              <a:endParaRPr lang="en-US" sz="2599" u="none" dirty="0">
                <a:solidFill>
                  <a:srgbClr val="000000"/>
                </a:solidFill>
                <a:latin typeface="HK Grotesk Medium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17571"/>
              <a:ext cx="6226718" cy="4819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ru-RU" sz="3200" u="none" dirty="0">
                  <a:solidFill>
                    <a:srgbClr val="000000"/>
                  </a:solidFill>
                  <a:latin typeface="Open Sans"/>
                </a:rPr>
                <a:t>Обеспечена информационная безопасность и защита данных пользователей и системы в целом</a:t>
              </a:r>
              <a:r>
                <a:rPr lang="en-US" sz="3200" u="none" dirty="0">
                  <a:solidFill>
                    <a:srgbClr val="000000"/>
                  </a:solidFill>
                  <a:latin typeface="Open Sans"/>
                </a:rPr>
                <a:t> </a:t>
              </a:r>
            </a:p>
          </p:txBody>
        </p:sp>
      </p:grpSp>
      <p:sp>
        <p:nvSpPr>
          <p:cNvPr id="18" name="Freeform 2">
            <a:extLst>
              <a:ext uri="{FF2B5EF4-FFF2-40B4-BE49-F238E27FC236}">
                <a16:creationId xmlns:a16="http://schemas.microsoft.com/office/drawing/2014/main" id="{BA688C60-F032-2E99-2978-C921B173AE2A}"/>
              </a:ext>
            </a:extLst>
          </p:cNvPr>
          <p:cNvSpPr/>
          <p:nvPr/>
        </p:nvSpPr>
        <p:spPr>
          <a:xfrm rot="10636586">
            <a:off x="4922904" y="3117898"/>
            <a:ext cx="7941718" cy="7941718"/>
          </a:xfrm>
          <a:custGeom>
            <a:avLst/>
            <a:gdLst/>
            <a:ahLst/>
            <a:cxnLst/>
            <a:rect l="l" t="t" r="r" b="b"/>
            <a:pathLst>
              <a:path w="7941718" h="7941718">
                <a:moveTo>
                  <a:pt x="0" y="0"/>
                </a:moveTo>
                <a:lnTo>
                  <a:pt x="7941718" y="0"/>
                </a:lnTo>
                <a:lnTo>
                  <a:pt x="7941718" y="7941718"/>
                </a:lnTo>
                <a:lnTo>
                  <a:pt x="0" y="7941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695829" y="6009576"/>
            <a:ext cx="4395868" cy="3332262"/>
            <a:chOff x="0" y="-9525"/>
            <a:chExt cx="5861158" cy="444301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5861158" cy="643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19"/>
                </a:lnSpc>
                <a:spcBef>
                  <a:spcPct val="0"/>
                </a:spcBef>
              </a:pPr>
              <a:r>
                <a:rPr lang="en-US" sz="4400" u="none" dirty="0">
                  <a:solidFill>
                    <a:srgbClr val="000000"/>
                  </a:solidFill>
                  <a:latin typeface="HK Grotesk Medium"/>
                </a:rPr>
                <a:t>Backend</a:t>
              </a:r>
              <a:endParaRPr lang="en-US" sz="4800" u="none" dirty="0">
                <a:solidFill>
                  <a:srgbClr val="000000"/>
                </a:solidFill>
                <a:latin typeface="HK Grotesk Medium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17571"/>
              <a:ext cx="5861158" cy="3515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ru-RU" sz="3200" u="none" dirty="0">
                  <a:solidFill>
                    <a:srgbClr val="000000"/>
                  </a:solidFill>
                  <a:latin typeface="Open Sans"/>
                </a:rPr>
                <a:t>Создан функционал для бронирования и покупки котят</a:t>
              </a:r>
            </a:p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4000" u="none" dirty="0">
                  <a:solidFill>
                    <a:srgbClr val="000000"/>
                  </a:solidFill>
                  <a:latin typeface="Open Sans"/>
                </a:rPr>
                <a:t>. 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38200" y="-883418"/>
            <a:ext cx="6644467" cy="5379218"/>
            <a:chOff x="0" y="0"/>
            <a:chExt cx="5943600" cy="5765800"/>
          </a:xfrm>
          <a:blipFill>
            <a:blip r:embed="rId5"/>
            <a:stretch>
              <a:fillRect/>
            </a:stretch>
          </a:blip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5943600" cy="5765800"/>
            </a:xfrm>
            <a:custGeom>
              <a:avLst/>
              <a:gdLst/>
              <a:ahLst/>
              <a:cxnLst/>
              <a:rect l="l" t="t" r="r" b="b"/>
              <a:pathLst>
                <a:path w="5943600" h="5765800">
                  <a:moveTo>
                    <a:pt x="4222750" y="5765800"/>
                  </a:moveTo>
                  <a:cubicBezTo>
                    <a:pt x="3751580" y="5765800"/>
                    <a:pt x="3295650" y="5568950"/>
                    <a:pt x="2971800" y="5226050"/>
                  </a:cubicBezTo>
                  <a:cubicBezTo>
                    <a:pt x="2647950" y="5568950"/>
                    <a:pt x="2192020" y="5765800"/>
                    <a:pt x="1720850" y="5765800"/>
                  </a:cubicBezTo>
                  <a:cubicBezTo>
                    <a:pt x="772160" y="5765800"/>
                    <a:pt x="0" y="4993640"/>
                    <a:pt x="0" y="4044950"/>
                  </a:cubicBezTo>
                  <a:cubicBezTo>
                    <a:pt x="0" y="3613150"/>
                    <a:pt x="160020" y="3200400"/>
                    <a:pt x="452120" y="2882900"/>
                  </a:cubicBezTo>
                  <a:cubicBezTo>
                    <a:pt x="160020" y="2565400"/>
                    <a:pt x="0" y="2152650"/>
                    <a:pt x="0" y="1720850"/>
                  </a:cubicBezTo>
                  <a:cubicBezTo>
                    <a:pt x="0" y="772160"/>
                    <a:pt x="772160" y="0"/>
                    <a:pt x="1720850" y="0"/>
                  </a:cubicBezTo>
                  <a:cubicBezTo>
                    <a:pt x="2192020" y="0"/>
                    <a:pt x="2647950" y="196850"/>
                    <a:pt x="2971800" y="539750"/>
                  </a:cubicBezTo>
                  <a:cubicBezTo>
                    <a:pt x="3295650" y="196850"/>
                    <a:pt x="3751580" y="0"/>
                    <a:pt x="4222750" y="0"/>
                  </a:cubicBezTo>
                  <a:cubicBezTo>
                    <a:pt x="5171440" y="0"/>
                    <a:pt x="5943600" y="772160"/>
                    <a:pt x="5943600" y="1720850"/>
                  </a:cubicBezTo>
                  <a:cubicBezTo>
                    <a:pt x="5943600" y="2152650"/>
                    <a:pt x="5783580" y="2565400"/>
                    <a:pt x="5491480" y="2882900"/>
                  </a:cubicBezTo>
                  <a:cubicBezTo>
                    <a:pt x="5782310" y="3200400"/>
                    <a:pt x="5943600" y="3613150"/>
                    <a:pt x="5943600" y="4044950"/>
                  </a:cubicBezTo>
                  <a:cubicBezTo>
                    <a:pt x="5943600" y="4993640"/>
                    <a:pt x="5171440" y="5765800"/>
                    <a:pt x="4222750" y="576580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5" name="Group 15"/>
          <p:cNvGrpSpPr/>
          <p:nvPr/>
        </p:nvGrpSpPr>
        <p:grpSpPr>
          <a:xfrm>
            <a:off x="8859127" y="1473159"/>
            <a:ext cx="7696067" cy="2154794"/>
            <a:chOff x="0" y="-9525"/>
            <a:chExt cx="10261423" cy="287305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386205"/>
              <a:ext cx="10261423" cy="1477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ru-RU" sz="3600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Для решения данной цели реализованы следующие задачи: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0261423" cy="959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</a:pPr>
              <a:r>
                <a:rPr lang="ru-RU" sz="7200" b="1" dirty="0">
                  <a:solidFill>
                    <a:srgbClr val="FFFFFF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Задачи</a:t>
              </a:r>
              <a:endParaRPr lang="en-US" sz="4200" b="1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endParaRPr>
            </a:p>
          </p:txBody>
        </p:sp>
      </p:grpSp>
      <p:sp>
        <p:nvSpPr>
          <p:cNvPr id="21" name="TextBox 10">
            <a:extLst>
              <a:ext uri="{FF2B5EF4-FFF2-40B4-BE49-F238E27FC236}">
                <a16:creationId xmlns:a16="http://schemas.microsoft.com/office/drawing/2014/main" id="{C34716A9-3E03-C62F-011F-5411F17E0A3F}"/>
              </a:ext>
            </a:extLst>
          </p:cNvPr>
          <p:cNvSpPr txBox="1"/>
          <p:nvPr/>
        </p:nvSpPr>
        <p:spPr>
          <a:xfrm>
            <a:off x="16811368" y="1038225"/>
            <a:ext cx="44793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en-US" sz="2200" dirty="0">
                <a:solidFill>
                  <a:srgbClr val="FFFFFF"/>
                </a:solidFill>
                <a:latin typeface="Fira Sans Semi-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4453950" y="6721633"/>
            <a:ext cx="7398900" cy="0"/>
          </a:xfrm>
          <a:prstGeom prst="line">
            <a:avLst/>
          </a:prstGeom>
          <a:ln w="9525" cap="rnd">
            <a:solidFill>
              <a:srgbClr val="FF862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811368" y="1036919"/>
            <a:ext cx="447932" cy="32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en-US" sz="2200">
                <a:solidFill>
                  <a:srgbClr val="FFFFFF"/>
                </a:solidFill>
                <a:latin typeface="Fira Sans Semi-Bold"/>
              </a:rPr>
              <a:t>09</a:t>
            </a:r>
          </a:p>
        </p:txBody>
      </p:sp>
      <p:sp>
        <p:nvSpPr>
          <p:cNvPr id="11" name="AutoShape 11"/>
          <p:cNvSpPr/>
          <p:nvPr/>
        </p:nvSpPr>
        <p:spPr>
          <a:xfrm>
            <a:off x="-673100" y="0"/>
            <a:ext cx="18961100" cy="3199994"/>
          </a:xfrm>
          <a:prstGeom prst="rect">
            <a:avLst/>
          </a:prstGeom>
          <a:solidFill>
            <a:srgbClr val="FF862F"/>
          </a:solidFill>
        </p:spPr>
      </p:sp>
      <p:sp>
        <p:nvSpPr>
          <p:cNvPr id="12" name="TextBox 12"/>
          <p:cNvSpPr txBox="1"/>
          <p:nvPr/>
        </p:nvSpPr>
        <p:spPr>
          <a:xfrm>
            <a:off x="614590" y="329866"/>
            <a:ext cx="9856186" cy="277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ru-RU" sz="7200" b="1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НАЗНАЧЕНИЕ И ОБЛАСТЬ ПРИМЕНЕНИЯ</a:t>
            </a:r>
            <a:endParaRPr lang="en-US" sz="7200" b="1" dirty="0">
              <a:solidFill>
                <a:srgbClr val="FFFFFF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13" name="Freeform 13"/>
          <p:cNvSpPr/>
          <p:nvPr/>
        </p:nvSpPr>
        <p:spPr>
          <a:xfrm rot="6493409">
            <a:off x="9673277" y="-4081431"/>
            <a:ext cx="6705674" cy="6705674"/>
          </a:xfrm>
          <a:custGeom>
            <a:avLst/>
            <a:gdLst/>
            <a:ahLst/>
            <a:cxnLst/>
            <a:rect l="l" t="t" r="r" b="b"/>
            <a:pathLst>
              <a:path w="6705674" h="6705674">
                <a:moveTo>
                  <a:pt x="0" y="0"/>
                </a:moveTo>
                <a:lnTo>
                  <a:pt x="6705674" y="0"/>
                </a:lnTo>
                <a:lnTo>
                  <a:pt x="6705674" y="6705674"/>
                </a:lnTo>
                <a:lnTo>
                  <a:pt x="0" y="67056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2B75C2-5DE2-BDC3-BC50-7025A894CB46}"/>
              </a:ext>
            </a:extLst>
          </p:cNvPr>
          <p:cNvSpPr txBox="1"/>
          <p:nvPr/>
        </p:nvSpPr>
        <p:spPr>
          <a:xfrm>
            <a:off x="614590" y="3760181"/>
            <a:ext cx="7310210" cy="592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Данная веб-платформа предназначена для двух групп пользователей</a:t>
            </a:r>
            <a:r>
              <a:rPr lang="en-US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Пользователи желающие </a:t>
            </a:r>
            <a:r>
              <a:rPr lang="ru-RU" sz="32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приобрести </a:t>
            </a:r>
            <a:r>
              <a:rPr lang="ru-RU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породистую кошку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Пользователи заинтересованные в </a:t>
            </a:r>
            <a:r>
              <a:rPr lang="ru-RU" sz="32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продаже</a:t>
            </a:r>
            <a:r>
              <a:rPr lang="ru-RU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своих животных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953EA-2D9B-39F0-5ABA-93C4F1D72E97}"/>
              </a:ext>
            </a:extLst>
          </p:cNvPr>
          <p:cNvSpPr txBox="1"/>
          <p:nvPr/>
        </p:nvSpPr>
        <p:spPr>
          <a:xfrm>
            <a:off x="9435238" y="3760181"/>
            <a:ext cx="7346542" cy="518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 MS"/>
                <a:ea typeface="Open Sans" panose="020B0606030504020204" pitchFamily="34" charset="0"/>
                <a:cs typeface="Open Sans" panose="020B0606030504020204" pitchFamily="34" charset="0"/>
              </a:rPr>
              <a:t>Для удовлетворения потребностей целевой аудитории создана веб-платформа «</a:t>
            </a:r>
            <a:r>
              <a:rPr lang="en-US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 MS"/>
                <a:ea typeface="Open Sans" panose="020B0606030504020204" pitchFamily="34" charset="0"/>
                <a:cs typeface="Open Sans" panose="020B0606030504020204" pitchFamily="34" charset="0"/>
              </a:rPr>
              <a:t>CatWorld</a:t>
            </a:r>
            <a:r>
              <a:rPr lang="ru-RU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 MS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  <a:r>
              <a:rPr lang="en-US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 MS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sz="3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open Sans MS"/>
                <a:ea typeface="Open Sans" panose="020B0606030504020204" pitchFamily="34" charset="0"/>
                <a:cs typeface="Open Sans" panose="020B0606030504020204" pitchFamily="34" charset="0"/>
              </a:rPr>
              <a:t>позволяющая удобно приобретать и продавать породистых кошек с полной уверенностью в качестве и надежности сервиса.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BA3E82D7-40CB-9464-43F7-D5A184683055}"/>
              </a:ext>
            </a:extLst>
          </p:cNvPr>
          <p:cNvSpPr txBox="1"/>
          <p:nvPr/>
        </p:nvSpPr>
        <p:spPr>
          <a:xfrm>
            <a:off x="17035334" y="725678"/>
            <a:ext cx="44793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en-US" sz="2200" dirty="0">
                <a:solidFill>
                  <a:srgbClr val="FFFFFF"/>
                </a:solidFill>
                <a:latin typeface="Fira Sans Semi-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952550">
            <a:off x="5520964" y="3458641"/>
            <a:ext cx="7941718" cy="7941718"/>
          </a:xfrm>
          <a:custGeom>
            <a:avLst/>
            <a:gdLst/>
            <a:ahLst/>
            <a:cxnLst/>
            <a:rect l="l" t="t" r="r" b="b"/>
            <a:pathLst>
              <a:path w="7941718" h="7941718">
                <a:moveTo>
                  <a:pt x="0" y="0"/>
                </a:moveTo>
                <a:lnTo>
                  <a:pt x="7941718" y="0"/>
                </a:lnTo>
                <a:lnTo>
                  <a:pt x="7941718" y="7941718"/>
                </a:lnTo>
                <a:lnTo>
                  <a:pt x="0" y="7941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068800" y="9486900"/>
            <a:ext cx="44793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en-US" sz="2200" dirty="0">
                <a:solidFill>
                  <a:srgbClr val="FFFFFF"/>
                </a:solidFill>
                <a:latin typeface="Fira Sans Semi-Bold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0600" y="6539650"/>
            <a:ext cx="7705247" cy="2470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90"/>
              </a:lnSpc>
              <a:spcBef>
                <a:spcPct val="0"/>
              </a:spcBef>
            </a:pPr>
            <a:r>
              <a:rPr lang="ru-RU" sz="9390" b="1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Макет в «</a:t>
            </a:r>
            <a:r>
              <a:rPr lang="en-US" sz="9390" b="1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Figma</a:t>
            </a:r>
            <a:r>
              <a:rPr lang="ru-RU" sz="9390" b="1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»</a:t>
            </a:r>
            <a:endParaRPr lang="en-US" sz="9390" b="1" dirty="0">
              <a:solidFill>
                <a:srgbClr val="FFFFFF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53B7E6-C026-F31D-1FB3-3E98BFF010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777"/>
            <a:ext cx="18288000" cy="74632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07665" y="990600"/>
            <a:ext cx="8294534" cy="768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199" b="1" dirty="0">
                <a:solidFill>
                  <a:srgbClr val="000000"/>
                </a:solidFill>
                <a:latin typeface="Open Sans"/>
              </a:rPr>
              <a:t>Просмотр списка пород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с возможностью фильтрации данных записей по желаемому параметру из списка. </a:t>
            </a:r>
            <a:endParaRPr lang="en-US" sz="2199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307665" y="2386330"/>
            <a:ext cx="8370735" cy="116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199" b="1" dirty="0">
                <a:solidFill>
                  <a:srgbClr val="000000"/>
                </a:solidFill>
                <a:latin typeface="Open Sans"/>
              </a:rPr>
              <a:t>Просмотр подробной информации о каждой породе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и их характеристиках</a:t>
            </a:r>
            <a:r>
              <a:rPr lang="en-US" sz="2199" dirty="0">
                <a:solidFill>
                  <a:srgbClr val="000000"/>
                </a:solidFill>
                <a:latin typeface="Open Sans"/>
              </a:rPr>
              <a:t>,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 представленных в формате шкалы от 1 до 5 пунктов. </a:t>
            </a:r>
            <a:endParaRPr lang="en-US" sz="2199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307665" y="3782060"/>
            <a:ext cx="8294534" cy="116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199" b="1" dirty="0">
                <a:solidFill>
                  <a:srgbClr val="000000"/>
                </a:solidFill>
                <a:latin typeface="Open Sans"/>
              </a:rPr>
              <a:t>Просмотр каталога котят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доступных в продаже. Фильтрация записей о котятах по параметрам</a:t>
            </a:r>
            <a:r>
              <a:rPr lang="en-US" sz="2199" dirty="0">
                <a:solidFill>
                  <a:srgbClr val="000000"/>
                </a:solidFill>
                <a:latin typeface="Open Sans"/>
              </a:rPr>
              <a:t>: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порода</a:t>
            </a:r>
            <a:r>
              <a:rPr lang="en-US" sz="2199" dirty="0">
                <a:solidFill>
                  <a:srgbClr val="000000"/>
                </a:solidFill>
                <a:latin typeface="Open Sans"/>
              </a:rPr>
              <a:t>,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пол</a:t>
            </a:r>
            <a:r>
              <a:rPr lang="en-US" sz="2199" dirty="0">
                <a:solidFill>
                  <a:srgbClr val="000000"/>
                </a:solidFill>
                <a:latin typeface="Open Sans"/>
              </a:rPr>
              <a:t>,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возраст</a:t>
            </a:r>
            <a:r>
              <a:rPr lang="en-US" sz="2199" dirty="0">
                <a:solidFill>
                  <a:srgbClr val="000000"/>
                </a:solidFill>
                <a:latin typeface="Open Sans"/>
              </a:rPr>
              <a:t>,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окрас.</a:t>
            </a:r>
            <a:endParaRPr lang="en-US" sz="2199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307665" y="5245526"/>
            <a:ext cx="8294534" cy="116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199" b="1" dirty="0">
                <a:solidFill>
                  <a:srgbClr val="000000"/>
                </a:solidFill>
                <a:latin typeface="Open Sans"/>
              </a:rPr>
              <a:t>Просмотр подробной информации о каждом котенке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в отдельности. </a:t>
            </a:r>
            <a:r>
              <a:rPr lang="ru-RU" sz="2199" b="1" dirty="0">
                <a:solidFill>
                  <a:srgbClr val="000000"/>
                </a:solidFill>
                <a:latin typeface="Open Sans"/>
              </a:rPr>
              <a:t>Бронирование котенка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через форму резервирования с дальнейшей связью с менеджером.</a:t>
            </a:r>
            <a:endParaRPr lang="en-US" sz="2199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307665" y="6800238"/>
            <a:ext cx="8294534" cy="768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199" b="1" dirty="0">
                <a:solidFill>
                  <a:srgbClr val="000000"/>
                </a:solidFill>
                <a:latin typeface="Open Sans"/>
              </a:rPr>
              <a:t>Обратная связь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со службой поддержки в случае наличия у пользователя дополнительных вопросов.</a:t>
            </a:r>
            <a:endParaRPr lang="en-US" sz="2199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335096" y="8092276"/>
            <a:ext cx="8267103" cy="116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199" b="1" dirty="0">
                <a:solidFill>
                  <a:srgbClr val="000000"/>
                </a:solidFill>
                <a:latin typeface="Open Sans"/>
              </a:rPr>
              <a:t>Авторизация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 пользователей в роли </a:t>
            </a:r>
            <a:r>
              <a:rPr lang="ru-RU" sz="2199" b="1" dirty="0">
                <a:solidFill>
                  <a:srgbClr val="000000"/>
                </a:solidFill>
                <a:latin typeface="Open Sans"/>
              </a:rPr>
              <a:t>администратора</a:t>
            </a:r>
            <a:r>
              <a:rPr lang="en-US" sz="2199" dirty="0">
                <a:solidFill>
                  <a:srgbClr val="000000"/>
                </a:solidFill>
                <a:latin typeface="Open Sans"/>
              </a:rPr>
              <a:t>. 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Взаимодействие с данными о котятах через </a:t>
            </a:r>
            <a:r>
              <a:rPr lang="ru-RU" sz="2199" b="1" dirty="0">
                <a:solidFill>
                  <a:srgbClr val="000000"/>
                </a:solidFill>
                <a:latin typeface="Open Sans"/>
              </a:rPr>
              <a:t>панель администратора</a:t>
            </a:r>
            <a:r>
              <a:rPr lang="ru-RU" sz="2199" dirty="0">
                <a:solidFill>
                  <a:srgbClr val="000000"/>
                </a:solidFill>
                <a:latin typeface="Open Sans"/>
              </a:rPr>
              <a:t>.</a:t>
            </a:r>
            <a:endParaRPr lang="en-US" sz="2199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210336" y="-459156"/>
            <a:ext cx="2294348" cy="11664184"/>
          </a:xfrm>
          <a:prstGeom prst="rect">
            <a:avLst/>
          </a:prstGeom>
          <a:solidFill>
            <a:srgbClr val="FF862F"/>
          </a:solidFill>
        </p:spPr>
      </p:sp>
      <p:sp>
        <p:nvSpPr>
          <p:cNvPr id="9" name="Freeform 9"/>
          <p:cNvSpPr/>
          <p:nvPr/>
        </p:nvSpPr>
        <p:spPr>
          <a:xfrm rot="2700000">
            <a:off x="-9597482" y="-4503072"/>
            <a:ext cx="10276107" cy="10276107"/>
          </a:xfrm>
          <a:custGeom>
            <a:avLst/>
            <a:gdLst/>
            <a:ahLst/>
            <a:cxnLst/>
            <a:rect l="l" t="t" r="r" b="b"/>
            <a:pathLst>
              <a:path w="10276107" h="10276107">
                <a:moveTo>
                  <a:pt x="0" y="0"/>
                </a:moveTo>
                <a:lnTo>
                  <a:pt x="10276107" y="0"/>
                </a:lnTo>
                <a:lnTo>
                  <a:pt x="10276107" y="10276108"/>
                </a:lnTo>
                <a:lnTo>
                  <a:pt x="0" y="102761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8607239">
            <a:off x="8467069" y="1116526"/>
            <a:ext cx="440400" cy="440400"/>
          </a:xfrm>
          <a:custGeom>
            <a:avLst/>
            <a:gdLst/>
            <a:ahLst/>
            <a:cxnLst/>
            <a:rect l="l" t="t" r="r" b="b"/>
            <a:pathLst>
              <a:path w="440400" h="440400">
                <a:moveTo>
                  <a:pt x="0" y="0"/>
                </a:moveTo>
                <a:lnTo>
                  <a:pt x="440400" y="0"/>
                </a:lnTo>
                <a:lnTo>
                  <a:pt x="440400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8607239">
            <a:off x="8467069" y="2499077"/>
            <a:ext cx="440400" cy="440400"/>
          </a:xfrm>
          <a:custGeom>
            <a:avLst/>
            <a:gdLst/>
            <a:ahLst/>
            <a:cxnLst/>
            <a:rect l="l" t="t" r="r" b="b"/>
            <a:pathLst>
              <a:path w="440400" h="440400">
                <a:moveTo>
                  <a:pt x="0" y="0"/>
                </a:moveTo>
                <a:lnTo>
                  <a:pt x="440400" y="0"/>
                </a:lnTo>
                <a:lnTo>
                  <a:pt x="440400" y="440401"/>
                </a:lnTo>
                <a:lnTo>
                  <a:pt x="0" y="440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8607239">
            <a:off x="8467069" y="3894807"/>
            <a:ext cx="440400" cy="440400"/>
          </a:xfrm>
          <a:custGeom>
            <a:avLst/>
            <a:gdLst/>
            <a:ahLst/>
            <a:cxnLst/>
            <a:rect l="l" t="t" r="r" b="b"/>
            <a:pathLst>
              <a:path w="440400" h="440400">
                <a:moveTo>
                  <a:pt x="0" y="0"/>
                </a:moveTo>
                <a:lnTo>
                  <a:pt x="440400" y="0"/>
                </a:lnTo>
                <a:lnTo>
                  <a:pt x="440400" y="440401"/>
                </a:lnTo>
                <a:lnTo>
                  <a:pt x="0" y="440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8607239">
            <a:off x="8467069" y="5371452"/>
            <a:ext cx="440400" cy="440400"/>
          </a:xfrm>
          <a:custGeom>
            <a:avLst/>
            <a:gdLst/>
            <a:ahLst/>
            <a:cxnLst/>
            <a:rect l="l" t="t" r="r" b="b"/>
            <a:pathLst>
              <a:path w="440400" h="440400">
                <a:moveTo>
                  <a:pt x="0" y="0"/>
                </a:moveTo>
                <a:lnTo>
                  <a:pt x="440400" y="0"/>
                </a:lnTo>
                <a:lnTo>
                  <a:pt x="440400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8607239">
            <a:off x="8467069" y="6926164"/>
            <a:ext cx="440400" cy="440400"/>
          </a:xfrm>
          <a:custGeom>
            <a:avLst/>
            <a:gdLst/>
            <a:ahLst/>
            <a:cxnLst/>
            <a:rect l="l" t="t" r="r" b="b"/>
            <a:pathLst>
              <a:path w="440400" h="440400">
                <a:moveTo>
                  <a:pt x="0" y="0"/>
                </a:moveTo>
                <a:lnTo>
                  <a:pt x="440400" y="0"/>
                </a:lnTo>
                <a:lnTo>
                  <a:pt x="440400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8607239">
            <a:off x="8494500" y="8227727"/>
            <a:ext cx="440400" cy="440400"/>
          </a:xfrm>
          <a:custGeom>
            <a:avLst/>
            <a:gdLst/>
            <a:ahLst/>
            <a:cxnLst/>
            <a:rect l="l" t="t" r="r" b="b"/>
            <a:pathLst>
              <a:path w="440400" h="440400">
                <a:moveTo>
                  <a:pt x="0" y="0"/>
                </a:moveTo>
                <a:lnTo>
                  <a:pt x="440400" y="0"/>
                </a:lnTo>
                <a:lnTo>
                  <a:pt x="440400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5400000">
            <a:off x="2317291" y="5143501"/>
            <a:ext cx="1079042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378144" y="269369"/>
            <a:ext cx="6596042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  <a:spcBef>
                <a:spcPct val="0"/>
              </a:spcBef>
            </a:pPr>
            <a:r>
              <a:rPr lang="ru-RU" sz="7200" b="1" dirty="0">
                <a:solidFill>
                  <a:srgbClr val="000000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Функционал платформы</a:t>
            </a:r>
            <a:endParaRPr lang="en-US" sz="7200" b="1" u="none" dirty="0">
              <a:solidFill>
                <a:srgbClr val="000000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09B243B-B528-02F5-9130-7681855A98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64131" y="4743450"/>
            <a:ext cx="5715000" cy="5543550"/>
          </a:xfrm>
          <a:prstGeom prst="rect">
            <a:avLst/>
          </a:prstGeom>
        </p:spPr>
      </p:pic>
      <p:sp>
        <p:nvSpPr>
          <p:cNvPr id="20" name="TextBox 5">
            <a:extLst>
              <a:ext uri="{FF2B5EF4-FFF2-40B4-BE49-F238E27FC236}">
                <a16:creationId xmlns:a16="http://schemas.microsoft.com/office/drawing/2014/main" id="{5B2FCEE7-4049-D46F-9CA7-52B3DEB6E0FC}"/>
              </a:ext>
            </a:extLst>
          </p:cNvPr>
          <p:cNvSpPr txBox="1"/>
          <p:nvPr/>
        </p:nvSpPr>
        <p:spPr>
          <a:xfrm>
            <a:off x="228600" y="9563100"/>
            <a:ext cx="44793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en-US" sz="2200" dirty="0">
                <a:solidFill>
                  <a:srgbClr val="FFFFFF"/>
                </a:solidFill>
                <a:latin typeface="Fira Sans Semi-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753250" y="-177800"/>
            <a:ext cx="5777390" cy="10617200"/>
          </a:xfrm>
          <a:prstGeom prst="rect">
            <a:avLst/>
          </a:prstGeom>
          <a:solidFill>
            <a:srgbClr val="DB6906"/>
          </a:solidFill>
        </p:spPr>
      </p:sp>
      <p:sp>
        <p:nvSpPr>
          <p:cNvPr id="3" name="Freeform 3"/>
          <p:cNvSpPr/>
          <p:nvPr/>
        </p:nvSpPr>
        <p:spPr>
          <a:xfrm rot="7794183">
            <a:off x="15263673" y="-767949"/>
            <a:ext cx="4870978" cy="4870978"/>
          </a:xfrm>
          <a:custGeom>
            <a:avLst/>
            <a:gdLst/>
            <a:ahLst/>
            <a:cxnLst/>
            <a:rect l="l" t="t" r="r" b="b"/>
            <a:pathLst>
              <a:path w="4870978" h="4870978">
                <a:moveTo>
                  <a:pt x="0" y="0"/>
                </a:moveTo>
                <a:lnTo>
                  <a:pt x="4870979" y="0"/>
                </a:lnTo>
                <a:lnTo>
                  <a:pt x="4870979" y="4870978"/>
                </a:lnTo>
                <a:lnTo>
                  <a:pt x="0" y="4870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08018" y="2652617"/>
            <a:ext cx="4525124" cy="4185016"/>
            <a:chOff x="0" y="224873"/>
            <a:chExt cx="6081624" cy="5580020"/>
          </a:xfrm>
        </p:grpSpPr>
        <p:sp>
          <p:nvSpPr>
            <p:cNvPr id="5" name="TextBox 5"/>
            <p:cNvSpPr txBox="1"/>
            <p:nvPr/>
          </p:nvSpPr>
          <p:spPr>
            <a:xfrm>
              <a:off x="23690" y="224873"/>
              <a:ext cx="5665429" cy="582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E77401"/>
                  </a:solidFill>
                  <a:latin typeface="HK Grotesk Medium"/>
                </a:rPr>
                <a:t>Frontend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39433"/>
              <a:ext cx="6081624" cy="49654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spcBef>
                  <a:spcPct val="0"/>
                </a:spcBef>
              </a:pPr>
              <a:r>
                <a:rPr lang="en-US" sz="2800" b="1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HTML</a:t>
              </a:r>
              <a:r>
                <a:rPr lang="ru-RU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- </a:t>
              </a:r>
              <a:r>
                <a:rPr lang="ru-RU" sz="2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язык разметки</a:t>
              </a:r>
              <a:r>
                <a:rPr lang="en-US" sz="2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ru-RU" sz="28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>
                <a:spcBef>
                  <a:spcPct val="0"/>
                </a:spcBef>
              </a:pPr>
              <a:r>
                <a:rPr lang="en-US" sz="2800" b="1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CSS</a:t>
              </a:r>
              <a:r>
                <a:rPr lang="en-US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- </a:t>
              </a:r>
              <a:r>
                <a:rPr lang="ru-RU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язык декодирования и описания внешнего вида веб-страницы</a:t>
              </a:r>
              <a:r>
                <a:rPr lang="en-US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>
                <a:spcBef>
                  <a:spcPct val="0"/>
                </a:spcBef>
              </a:pPr>
              <a:r>
                <a:rPr lang="en-US" sz="2800" b="1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JavaScript</a:t>
              </a:r>
              <a:r>
                <a:rPr lang="ru-RU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- </a:t>
              </a:r>
              <a:r>
                <a:rPr lang="ru-RU" sz="2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язык для создания интерактивных веб-страниц.</a:t>
              </a:r>
            </a:p>
            <a:p>
              <a:pPr marL="0" lvl="0" indent="0" algn="l">
                <a:spcBef>
                  <a:spcPct val="0"/>
                </a:spcBef>
              </a:pPr>
              <a:endParaRPr lang="ru-RU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982856" y="4481997"/>
            <a:ext cx="530514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ТЕХНОЛОГИИ РАЗРАБОТКИ</a:t>
            </a:r>
            <a:endParaRPr lang="en-US" sz="2800" b="1" dirty="0">
              <a:solidFill>
                <a:srgbClr val="FFFFFF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811368" y="1036919"/>
            <a:ext cx="44793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en-US" sz="2200" dirty="0">
                <a:solidFill>
                  <a:srgbClr val="FFFFFF"/>
                </a:solidFill>
                <a:latin typeface="Fira Sans Semi-Bold"/>
              </a:rPr>
              <a:t>08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D8AC0D5-9006-5C26-7683-44BFD00D4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32" y="451011"/>
            <a:ext cx="1915202" cy="19152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EA85CA1-9E19-0655-7B1E-72AD9C28D9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10" y="460701"/>
            <a:ext cx="1916765" cy="1916763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C7CA066-C6AE-1B2B-B573-5C66AAAEB6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351" y="446772"/>
            <a:ext cx="1915202" cy="1915199"/>
          </a:xfrm>
          <a:prstGeom prst="rect">
            <a:avLst/>
          </a:prstGeom>
        </p:spPr>
      </p:pic>
      <p:grpSp>
        <p:nvGrpSpPr>
          <p:cNvPr id="35" name="Group 4">
            <a:extLst>
              <a:ext uri="{FF2B5EF4-FFF2-40B4-BE49-F238E27FC236}">
                <a16:creationId xmlns:a16="http://schemas.microsoft.com/office/drawing/2014/main" id="{23D30A70-E1CC-96BF-D855-14C884381F03}"/>
              </a:ext>
            </a:extLst>
          </p:cNvPr>
          <p:cNvGrpSpPr/>
          <p:nvPr/>
        </p:nvGrpSpPr>
        <p:grpSpPr>
          <a:xfrm>
            <a:off x="448505" y="8481932"/>
            <a:ext cx="12191950" cy="1237179"/>
            <a:chOff x="-38149" y="338893"/>
            <a:chExt cx="14743372" cy="1649572"/>
          </a:xfrm>
        </p:grpSpPr>
        <p:sp>
          <p:nvSpPr>
            <p:cNvPr id="36" name="TextBox 5">
              <a:extLst>
                <a:ext uri="{FF2B5EF4-FFF2-40B4-BE49-F238E27FC236}">
                  <a16:creationId xmlns:a16="http://schemas.microsoft.com/office/drawing/2014/main" id="{A62C6354-70D5-BD02-788C-C20CB677205A}"/>
                </a:ext>
              </a:extLst>
            </p:cNvPr>
            <p:cNvSpPr txBox="1"/>
            <p:nvPr/>
          </p:nvSpPr>
          <p:spPr>
            <a:xfrm>
              <a:off x="-38149" y="338893"/>
              <a:ext cx="5665430" cy="582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E77401"/>
                  </a:solidFill>
                  <a:latin typeface="HK Grotesk Medium"/>
                </a:rPr>
                <a:t>Backend</a:t>
              </a:r>
            </a:p>
          </p:txBody>
        </p:sp>
        <p:sp>
          <p:nvSpPr>
            <p:cNvPr id="37" name="TextBox 6">
              <a:extLst>
                <a:ext uri="{FF2B5EF4-FFF2-40B4-BE49-F238E27FC236}">
                  <a16:creationId xmlns:a16="http://schemas.microsoft.com/office/drawing/2014/main" id="{4B6A5A7C-E001-1667-6025-71393238431F}"/>
                </a:ext>
              </a:extLst>
            </p:cNvPr>
            <p:cNvSpPr txBox="1"/>
            <p:nvPr/>
          </p:nvSpPr>
          <p:spPr>
            <a:xfrm>
              <a:off x="-1" y="839433"/>
              <a:ext cx="14705224" cy="11490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 b="1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PHP</a:t>
              </a:r>
              <a:r>
                <a:rPr lang="en-US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- </a:t>
              </a:r>
              <a:r>
                <a:rPr lang="ru-RU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язык программирования общего назначения с открытым исходным кодом.</a:t>
              </a:r>
            </a:p>
          </p:txBody>
        </p:sp>
      </p:grpSp>
      <p:grpSp>
        <p:nvGrpSpPr>
          <p:cNvPr id="46" name="Group 4">
            <a:extLst>
              <a:ext uri="{FF2B5EF4-FFF2-40B4-BE49-F238E27FC236}">
                <a16:creationId xmlns:a16="http://schemas.microsoft.com/office/drawing/2014/main" id="{1C6E0CE7-647B-B4FB-3883-072A9F94FAB6}"/>
              </a:ext>
            </a:extLst>
          </p:cNvPr>
          <p:cNvGrpSpPr/>
          <p:nvPr/>
        </p:nvGrpSpPr>
        <p:grpSpPr>
          <a:xfrm>
            <a:off x="5801163" y="2702883"/>
            <a:ext cx="4790638" cy="5617545"/>
            <a:chOff x="-14585" y="-205033"/>
            <a:chExt cx="5680015" cy="13129004"/>
          </a:xfrm>
        </p:grpSpPr>
        <p:sp>
          <p:nvSpPr>
            <p:cNvPr id="47" name="TextBox 5">
              <a:extLst>
                <a:ext uri="{FF2B5EF4-FFF2-40B4-BE49-F238E27FC236}">
                  <a16:creationId xmlns:a16="http://schemas.microsoft.com/office/drawing/2014/main" id="{4C75BB8D-A6BB-3E11-214F-3840618B42D5}"/>
                </a:ext>
              </a:extLst>
            </p:cNvPr>
            <p:cNvSpPr txBox="1"/>
            <p:nvPr/>
          </p:nvSpPr>
          <p:spPr>
            <a:xfrm>
              <a:off x="-14585" y="-205033"/>
              <a:ext cx="5665430" cy="10203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E77401"/>
                  </a:solidFill>
                  <a:latin typeface="HK Grotesk Medium"/>
                </a:rPr>
                <a:t>Database</a:t>
              </a:r>
            </a:p>
          </p:txBody>
        </p:sp>
        <p:sp>
          <p:nvSpPr>
            <p:cNvPr id="48" name="TextBox 6">
              <a:extLst>
                <a:ext uri="{FF2B5EF4-FFF2-40B4-BE49-F238E27FC236}">
                  <a16:creationId xmlns:a16="http://schemas.microsoft.com/office/drawing/2014/main" id="{9DEDA55D-E5DB-4384-9E38-00A178CE89A9}"/>
                </a:ext>
              </a:extLst>
            </p:cNvPr>
            <p:cNvSpPr txBox="1"/>
            <p:nvPr/>
          </p:nvSpPr>
          <p:spPr>
            <a:xfrm>
              <a:off x="0" y="839434"/>
              <a:ext cx="5665430" cy="120845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 b="1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AMPPS</a:t>
              </a:r>
              <a:r>
                <a:rPr lang="ru-RU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- </a:t>
              </a:r>
              <a:r>
                <a:rPr lang="ru-RU" sz="2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набор решений, включающий в себя </a:t>
              </a:r>
              <a:r>
                <a:rPr lang="en-US" sz="2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Apache, MySQL, MongoDB, PHP, Perl </a:t>
              </a:r>
              <a:r>
                <a:rPr lang="ru-RU" sz="2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и </a:t>
              </a:r>
              <a:r>
                <a:rPr lang="en-US" sz="2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Python </a:t>
              </a:r>
              <a:r>
                <a:rPr lang="ru-RU" sz="2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для </a:t>
              </a:r>
              <a:r>
                <a:rPr lang="en-US" sz="2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Windows</a:t>
              </a:r>
            </a:p>
            <a:p>
              <a:pPr>
                <a:spcBef>
                  <a:spcPct val="0"/>
                </a:spcBef>
              </a:pPr>
              <a:r>
                <a:rPr lang="en-US" sz="2800" b="1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phpMyAdmin</a:t>
              </a:r>
              <a:r>
                <a:rPr lang="en-US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-</a:t>
              </a:r>
              <a:r>
                <a:rPr lang="ru-RU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веб-интерфейс для администрирования СУБД MySQL.</a:t>
              </a:r>
            </a:p>
            <a:p>
              <a:pPr>
                <a:spcBef>
                  <a:spcPct val="0"/>
                </a:spcBef>
              </a:pPr>
              <a:r>
                <a:rPr lang="en-US" sz="2800" b="1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MySQL</a:t>
              </a:r>
              <a:r>
                <a:rPr lang="en-US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-</a:t>
              </a:r>
              <a:r>
                <a:rPr lang="ru-RU" sz="2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реляционная система управления базами данных.</a:t>
              </a:r>
            </a:p>
          </p:txBody>
        </p:sp>
      </p:grp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710865A1-4E6E-90BF-1516-44F20561B1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532" y="291887"/>
            <a:ext cx="2616817" cy="2616817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EF3368D8-064A-4575-999D-A7D897C793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210" y="2279785"/>
            <a:ext cx="3583330" cy="1881248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06A61B89-D82D-4A99-67CD-1D7020B7DE4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2" t="9465" r="21640" b="8360"/>
          <a:stretch/>
        </p:blipFill>
        <p:spPr>
          <a:xfrm>
            <a:off x="6819101" y="659671"/>
            <a:ext cx="2564417" cy="1881248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48BBF0D3-2814-563E-E68E-28DF4B3B74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79" y="6337970"/>
            <a:ext cx="2388913" cy="23889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68300" y="0"/>
            <a:ext cx="18961100" cy="1562100"/>
          </a:xfrm>
          <a:prstGeom prst="rect">
            <a:avLst/>
          </a:prstGeom>
          <a:solidFill>
            <a:srgbClr val="DB6906"/>
          </a:solidFill>
        </p:spPr>
      </p:sp>
      <p:sp>
        <p:nvSpPr>
          <p:cNvPr id="14" name="Freeform 14"/>
          <p:cNvSpPr/>
          <p:nvPr/>
        </p:nvSpPr>
        <p:spPr>
          <a:xfrm rot="18799448">
            <a:off x="15712362" y="6726889"/>
            <a:ext cx="6705674" cy="6705674"/>
          </a:xfrm>
          <a:custGeom>
            <a:avLst/>
            <a:gdLst/>
            <a:ahLst/>
            <a:cxnLst/>
            <a:rect l="l" t="t" r="r" b="b"/>
            <a:pathLst>
              <a:path w="6705674" h="6705674">
                <a:moveTo>
                  <a:pt x="0" y="0"/>
                </a:moveTo>
                <a:lnTo>
                  <a:pt x="6705674" y="0"/>
                </a:lnTo>
                <a:lnTo>
                  <a:pt x="6705674" y="6705674"/>
                </a:lnTo>
                <a:lnTo>
                  <a:pt x="0" y="6705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212346" y="422846"/>
            <a:ext cx="11404894" cy="930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ru-RU" sz="7200" b="1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Логическая структура</a:t>
            </a:r>
            <a:endParaRPr lang="en-US" sz="7200" b="1" dirty="0">
              <a:solidFill>
                <a:srgbClr val="FFFFFF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992600" y="9533823"/>
            <a:ext cx="44793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ru-RU" sz="2200" dirty="0">
                <a:solidFill>
                  <a:srgbClr val="FFFFFF"/>
                </a:solidFill>
                <a:latin typeface="Fira Sans Semi-Bold"/>
              </a:rPr>
              <a:t>0</a:t>
            </a:r>
            <a:r>
              <a:rPr lang="en-US" sz="2200" dirty="0">
                <a:solidFill>
                  <a:srgbClr val="FFFFFF"/>
                </a:solidFill>
                <a:latin typeface="Fira Sans Semi-Bold"/>
              </a:rPr>
              <a:t>9</a:t>
            </a:r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DA430697-3A13-5B34-36B8-5975E829AC20}"/>
              </a:ext>
            </a:extLst>
          </p:cNvPr>
          <p:cNvSpPr/>
          <p:nvPr/>
        </p:nvSpPr>
        <p:spPr>
          <a:xfrm rot="6804547">
            <a:off x="-3973104" y="-2792005"/>
            <a:ext cx="6705674" cy="6705674"/>
          </a:xfrm>
          <a:custGeom>
            <a:avLst/>
            <a:gdLst/>
            <a:ahLst/>
            <a:cxnLst/>
            <a:rect l="l" t="t" r="r" b="b"/>
            <a:pathLst>
              <a:path w="6705674" h="6705674">
                <a:moveTo>
                  <a:pt x="0" y="0"/>
                </a:moveTo>
                <a:lnTo>
                  <a:pt x="6705674" y="0"/>
                </a:lnTo>
                <a:lnTo>
                  <a:pt x="6705674" y="6705674"/>
                </a:lnTo>
                <a:lnTo>
                  <a:pt x="0" y="6705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18FC2A-A682-66F5-FE59-2DCB4F1F34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776588"/>
            <a:ext cx="14020800" cy="84676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682031">
            <a:off x="8702885" y="3756527"/>
            <a:ext cx="7941718" cy="7941718"/>
          </a:xfrm>
          <a:custGeom>
            <a:avLst/>
            <a:gdLst/>
            <a:ahLst/>
            <a:cxnLst/>
            <a:rect l="l" t="t" r="r" b="b"/>
            <a:pathLst>
              <a:path w="7941718" h="7941718">
                <a:moveTo>
                  <a:pt x="0" y="0"/>
                </a:moveTo>
                <a:lnTo>
                  <a:pt x="7941718" y="0"/>
                </a:lnTo>
                <a:lnTo>
                  <a:pt x="7941718" y="7941718"/>
                </a:lnTo>
                <a:lnTo>
                  <a:pt x="0" y="7941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56903" y="3858004"/>
            <a:ext cx="8903716" cy="93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ru-RU" sz="7200" b="1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Вывод</a:t>
            </a:r>
            <a:endParaRPr lang="en-US" sz="7200" b="1" dirty="0">
              <a:solidFill>
                <a:srgbClr val="FFFFFF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924923" y="4686860"/>
            <a:ext cx="10627092" cy="4946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179705">
              <a:lnSpc>
                <a:spcPct val="150000"/>
              </a:lnSpc>
            </a:pPr>
            <a:r>
              <a:rPr lang="ru-RU" sz="2800" dirty="0">
                <a:solidFill>
                  <a:schemeClr val="bg1"/>
                </a:solidFill>
                <a:effectLst/>
                <a:uFill>
                  <a:solidFill>
                    <a:srgbClr val="000000"/>
                  </a:solidFill>
                </a:u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Данный проект предлагает решение актуальной задачи и станет эффективным инструментом для грамотного подбора питомцев, увеличения клиентской базы и объемов продаж питомника. В перспективе я планирую увеличить количество видов и пород питомцев, а также объединить ключевые питомники города и страны на базе сайта для глобализации проекта.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799" dirty="0">
              <a:solidFill>
                <a:srgbClr val="FFFFFF"/>
              </a:solidFill>
              <a:latin typeface="HK Grotesk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33400" y="9354407"/>
            <a:ext cx="44793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0"/>
              </a:lnSpc>
            </a:pPr>
            <a:r>
              <a:rPr lang="en-US" sz="2200" dirty="0">
                <a:solidFill>
                  <a:srgbClr val="FFFFFF"/>
                </a:solidFill>
                <a:latin typeface="Fira Sans Semi-Bold"/>
              </a:rPr>
              <a:t>10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95C2AC-BD56-6E68-BD1D-0C1F3DE4D7B3}"/>
              </a:ext>
            </a:extLst>
          </p:cNvPr>
          <p:cNvSpPr/>
          <p:nvPr/>
        </p:nvSpPr>
        <p:spPr>
          <a:xfrm>
            <a:off x="0" y="0"/>
            <a:ext cx="18288000" cy="3390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2250C92-9469-4A98-41F2-59A510F60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994" y="-528968"/>
            <a:ext cx="12720766" cy="394782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17E47BB-AE3D-A4C9-12E2-519D059464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52" y="597468"/>
            <a:ext cx="5180952" cy="9092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69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071653">
            <a:off x="992367" y="1952982"/>
            <a:ext cx="6646248" cy="6646248"/>
          </a:xfrm>
          <a:custGeom>
            <a:avLst/>
            <a:gdLst/>
            <a:ahLst/>
            <a:cxnLst/>
            <a:rect l="l" t="t" r="r" b="b"/>
            <a:pathLst>
              <a:path w="6646248" h="6646248">
                <a:moveTo>
                  <a:pt x="0" y="0"/>
                </a:moveTo>
                <a:lnTo>
                  <a:pt x="6646249" y="0"/>
                </a:lnTo>
                <a:lnTo>
                  <a:pt x="6646249" y="6646248"/>
                </a:lnTo>
                <a:lnTo>
                  <a:pt x="0" y="6646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13888" y="3074511"/>
            <a:ext cx="4403207" cy="4403190"/>
            <a:chOff x="0" y="0"/>
            <a:chExt cx="6350000" cy="6349975"/>
          </a:xfr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9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</p:sp>
      </p:grpSp>
      <p:sp>
        <p:nvSpPr>
          <p:cNvPr id="5" name="AutoShape 5"/>
          <p:cNvSpPr/>
          <p:nvPr/>
        </p:nvSpPr>
        <p:spPr>
          <a:xfrm rot="-5400000">
            <a:off x="3240221" y="5261999"/>
            <a:ext cx="1092474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9906000" y="4197215"/>
            <a:ext cx="6469007" cy="189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ru-RU" sz="7200" b="1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Спасибо за внимание!</a:t>
            </a:r>
            <a:endParaRPr lang="en-US" sz="7200" b="1" dirty="0">
              <a:solidFill>
                <a:srgbClr val="FFFFFF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212517" y="9109783"/>
            <a:ext cx="3046783" cy="26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ru-RU" sz="1599" spc="47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Дипломный проект </a:t>
            </a:r>
            <a:r>
              <a:rPr lang="en-US" sz="1599" spc="47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202</a:t>
            </a:r>
            <a:r>
              <a:rPr lang="ru-RU" sz="1599" spc="47" dirty="0">
                <a:solidFill>
                  <a:srgbClr val="FFFFFF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4</a:t>
            </a:r>
            <a:endParaRPr lang="en-US" sz="1599" spc="47" dirty="0">
              <a:solidFill>
                <a:srgbClr val="FFFFFF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457</Words>
  <Application>Microsoft Office PowerPoint</Application>
  <PresentationFormat>Произвольный</PresentationFormat>
  <Paragraphs>67</Paragraphs>
  <Slides>11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Open Sans</vt:lpstr>
      <vt:lpstr>HK Grotesk Medium</vt:lpstr>
      <vt:lpstr>HK Grotesk Bold</vt:lpstr>
      <vt:lpstr>Open Sans Bold</vt:lpstr>
      <vt:lpstr>Fira Sans Semi-Bold</vt:lpstr>
      <vt:lpstr>open Sans MS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Кристишка</dc:creator>
  <cp:lastModifiedBy>Кристина Смирнова</cp:lastModifiedBy>
  <cp:revision>2</cp:revision>
  <dcterms:created xsi:type="dcterms:W3CDTF">2006-08-16T00:00:00Z</dcterms:created>
  <dcterms:modified xsi:type="dcterms:W3CDTF">2024-06-16T19:19:51Z</dcterms:modified>
  <dc:identifier>DAGGzSitLtU</dc:identifier>
</cp:coreProperties>
</file>